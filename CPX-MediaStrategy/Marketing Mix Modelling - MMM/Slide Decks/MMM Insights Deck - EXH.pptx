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</p:sldMasterIdLst>
  <p:notesMasterIdLst>
    <p:notesMasterId r:id="rId82"/>
  </p:notesMasterIdLst>
  <p:sldIdLst>
    <p:sldId id="276" r:id="rId6"/>
    <p:sldId id="342" r:id="rId7"/>
    <p:sldId id="284" r:id="rId8"/>
    <p:sldId id="412" r:id="rId9"/>
    <p:sldId id="352" r:id="rId10"/>
    <p:sldId id="351" r:id="rId11"/>
    <p:sldId id="343" r:id="rId12"/>
    <p:sldId id="293" r:id="rId13"/>
    <p:sldId id="305" r:id="rId14"/>
    <p:sldId id="306" r:id="rId15"/>
    <p:sldId id="344" r:id="rId16"/>
    <p:sldId id="258" r:id="rId17"/>
    <p:sldId id="307" r:id="rId18"/>
    <p:sldId id="275" r:id="rId19"/>
    <p:sldId id="333" r:id="rId20"/>
    <p:sldId id="296" r:id="rId21"/>
    <p:sldId id="289" r:id="rId22"/>
    <p:sldId id="290" r:id="rId23"/>
    <p:sldId id="259" r:id="rId24"/>
    <p:sldId id="260" r:id="rId25"/>
    <p:sldId id="287" r:id="rId26"/>
    <p:sldId id="300" r:id="rId27"/>
    <p:sldId id="295" r:id="rId28"/>
    <p:sldId id="301" r:id="rId29"/>
    <p:sldId id="262" r:id="rId30"/>
    <p:sldId id="263" r:id="rId31"/>
    <p:sldId id="315" r:id="rId32"/>
    <p:sldId id="280" r:id="rId33"/>
    <p:sldId id="313" r:id="rId34"/>
    <p:sldId id="288" r:id="rId35"/>
    <p:sldId id="319" r:id="rId36"/>
    <p:sldId id="297" r:id="rId37"/>
    <p:sldId id="310" r:id="rId38"/>
    <p:sldId id="314" r:id="rId39"/>
    <p:sldId id="298" r:id="rId40"/>
    <p:sldId id="320" r:id="rId41"/>
    <p:sldId id="281" r:id="rId42"/>
    <p:sldId id="291" r:id="rId43"/>
    <p:sldId id="312" r:id="rId44"/>
    <p:sldId id="294" r:id="rId45"/>
    <p:sldId id="322" r:id="rId46"/>
    <p:sldId id="279" r:id="rId47"/>
    <p:sldId id="303" r:id="rId48"/>
    <p:sldId id="292" r:id="rId49"/>
    <p:sldId id="299" r:id="rId50"/>
    <p:sldId id="323" r:id="rId51"/>
    <p:sldId id="345" r:id="rId52"/>
    <p:sldId id="346" r:id="rId53"/>
    <p:sldId id="264" r:id="rId54"/>
    <p:sldId id="328" r:id="rId55"/>
    <p:sldId id="324" r:id="rId56"/>
    <p:sldId id="325" r:id="rId57"/>
    <p:sldId id="326" r:id="rId58"/>
    <p:sldId id="286" r:id="rId59"/>
    <p:sldId id="317" r:id="rId60"/>
    <p:sldId id="332" r:id="rId61"/>
    <p:sldId id="278" r:id="rId62"/>
    <p:sldId id="265" r:id="rId63"/>
    <p:sldId id="302" r:id="rId64"/>
    <p:sldId id="267" r:id="rId65"/>
    <p:sldId id="330" r:id="rId66"/>
    <p:sldId id="304" r:id="rId67"/>
    <p:sldId id="311" r:id="rId68"/>
    <p:sldId id="327" r:id="rId69"/>
    <p:sldId id="331" r:id="rId70"/>
    <p:sldId id="338" r:id="rId71"/>
    <p:sldId id="339" r:id="rId72"/>
    <p:sldId id="340" r:id="rId73"/>
    <p:sldId id="341" r:id="rId74"/>
    <p:sldId id="334" r:id="rId75"/>
    <p:sldId id="336" r:id="rId76"/>
    <p:sldId id="335" r:id="rId77"/>
    <p:sldId id="337" r:id="rId78"/>
    <p:sldId id="347" r:id="rId79"/>
    <p:sldId id="348" r:id="rId80"/>
    <p:sldId id="350" r:id="rId8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416" userDrawn="1">
          <p15:clr>
            <a:srgbClr val="A4A3A4"/>
          </p15:clr>
        </p15:guide>
        <p15:guide id="3" pos="360" userDrawn="1">
          <p15:clr>
            <a:srgbClr val="A4A3A4"/>
          </p15:clr>
        </p15:guide>
        <p15:guide id="4" pos="4200" userDrawn="1">
          <p15:clr>
            <a:srgbClr val="A4A3A4"/>
          </p15:clr>
        </p15:guide>
        <p15:guide id="5" orient="horz" pos="768" userDrawn="1">
          <p15:clr>
            <a:srgbClr val="A4A3A4"/>
          </p15:clr>
        </p15:guide>
        <p15:guide id="6" pos="72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48C32D-6D94-4071-BC5A-98AFBDE63219}" v="106" dt="2025-09-25T14:27:29.8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4416"/>
        <p:guide pos="360"/>
        <p:guide pos="4200"/>
        <p:guide orient="horz" pos="768"/>
        <p:guide pos="72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viewProps" Target="viewProps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slide" Target="slides/slide72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slide" Target="slides/slide75.xml"/><Relationship Id="rId85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presProps" Target="presProps.xml"/><Relationship Id="rId88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microsoft.com/office/2016/11/relationships/changesInfo" Target="changesInfos/changesInfo1.xml"/><Relationship Id="rId61" Type="http://schemas.openxmlformats.org/officeDocument/2006/relationships/slide" Target="slides/slide56.xml"/><Relationship Id="rId8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eeck Bhatia" userId="S::sameeck.bhatia@cineplex.com::b4a12f6f-7ba8-4a8b-904f-c89b27a8a2e6" providerId="AD" clId="Web-{CCE7226A-FFE6-9067-DF99-E71249E2A99E}"/>
    <pc:docChg chg="modSld">
      <pc:chgData name="Sameeck Bhatia" userId="S::sameeck.bhatia@cineplex.com::b4a12f6f-7ba8-4a8b-904f-c89b27a8a2e6" providerId="AD" clId="Web-{CCE7226A-FFE6-9067-DF99-E71249E2A99E}" dt="2025-07-25T12:15:06.655" v="48" actId="20577"/>
      <pc:docMkLst>
        <pc:docMk/>
      </pc:docMkLst>
      <pc:sldChg chg="modSp">
        <pc:chgData name="Sameeck Bhatia" userId="S::sameeck.bhatia@cineplex.com::b4a12f6f-7ba8-4a8b-904f-c89b27a8a2e6" providerId="AD" clId="Web-{CCE7226A-FFE6-9067-DF99-E71249E2A99E}" dt="2025-07-25T12:15:06.655" v="48" actId="20577"/>
        <pc:sldMkLst>
          <pc:docMk/>
          <pc:sldMk cId="2501402257" sldId="263"/>
        </pc:sldMkLst>
      </pc:sldChg>
      <pc:sldChg chg="modSp">
        <pc:chgData name="Sameeck Bhatia" userId="S::sameeck.bhatia@cineplex.com::b4a12f6f-7ba8-4a8b-904f-c89b27a8a2e6" providerId="AD" clId="Web-{CCE7226A-FFE6-9067-DF99-E71249E2A99E}" dt="2025-07-25T12:13:35.681" v="1"/>
        <pc:sldMkLst>
          <pc:docMk/>
          <pc:sldMk cId="4258444852" sldId="305"/>
        </pc:sldMkLst>
      </pc:sldChg>
    </pc:docChg>
  </pc:docChgLst>
  <pc:docChgLst>
    <pc:chgData name="Sameeck Bhatia" userId="S::sameeck.bhatia@cineplex.com::b4a12f6f-7ba8-4a8b-904f-c89b27a8a2e6" providerId="AD" clId="Web-{E6A29ED4-9ABE-879F-750C-5BD662678B05}"/>
    <pc:docChg chg="addSld delSld">
      <pc:chgData name="Sameeck Bhatia" userId="S::sameeck.bhatia@cineplex.com::b4a12f6f-7ba8-4a8b-904f-c89b27a8a2e6" providerId="AD" clId="Web-{E6A29ED4-9ABE-879F-750C-5BD662678B05}" dt="2025-07-07T13:30:29.487" v="11"/>
      <pc:docMkLst>
        <pc:docMk/>
      </pc:docMkLst>
      <pc:sldChg chg="del">
        <pc:chgData name="Sameeck Bhatia" userId="S::sameeck.bhatia@cineplex.com::b4a12f6f-7ba8-4a8b-904f-c89b27a8a2e6" providerId="AD" clId="Web-{E6A29ED4-9ABE-879F-750C-5BD662678B05}" dt="2025-07-07T13:30:29.487" v="11"/>
        <pc:sldMkLst>
          <pc:docMk/>
          <pc:sldMk cId="1452689633" sldId="256"/>
        </pc:sldMkLst>
      </pc:sldChg>
      <pc:sldChg chg="add">
        <pc:chgData name="Sameeck Bhatia" userId="S::sameeck.bhatia@cineplex.com::b4a12f6f-7ba8-4a8b-904f-c89b27a8a2e6" providerId="AD" clId="Web-{E6A29ED4-9ABE-879F-750C-5BD662678B05}" dt="2025-07-07T13:30:26.737" v="0"/>
        <pc:sldMkLst>
          <pc:docMk/>
          <pc:sldMk cId="3062632396" sldId="257"/>
        </pc:sldMkLst>
      </pc:sldChg>
      <pc:sldChg chg="add">
        <pc:chgData name="Sameeck Bhatia" userId="S::sameeck.bhatia@cineplex.com::b4a12f6f-7ba8-4a8b-904f-c89b27a8a2e6" providerId="AD" clId="Web-{E6A29ED4-9ABE-879F-750C-5BD662678B05}" dt="2025-07-07T13:30:26.753" v="1"/>
        <pc:sldMkLst>
          <pc:docMk/>
          <pc:sldMk cId="3422662998" sldId="258"/>
        </pc:sldMkLst>
      </pc:sldChg>
      <pc:sldChg chg="add">
        <pc:chgData name="Sameeck Bhatia" userId="S::sameeck.bhatia@cineplex.com::b4a12f6f-7ba8-4a8b-904f-c89b27a8a2e6" providerId="AD" clId="Web-{E6A29ED4-9ABE-879F-750C-5BD662678B05}" dt="2025-07-07T13:30:26.753" v="2"/>
        <pc:sldMkLst>
          <pc:docMk/>
          <pc:sldMk cId="340928472" sldId="259"/>
        </pc:sldMkLst>
      </pc:sldChg>
      <pc:sldChg chg="add">
        <pc:chgData name="Sameeck Bhatia" userId="S::sameeck.bhatia@cineplex.com::b4a12f6f-7ba8-4a8b-904f-c89b27a8a2e6" providerId="AD" clId="Web-{E6A29ED4-9ABE-879F-750C-5BD662678B05}" dt="2025-07-07T13:30:26.768" v="3"/>
        <pc:sldMkLst>
          <pc:docMk/>
          <pc:sldMk cId="720343754" sldId="260"/>
        </pc:sldMkLst>
      </pc:sldChg>
      <pc:sldChg chg="add">
        <pc:chgData name="Sameeck Bhatia" userId="S::sameeck.bhatia@cineplex.com::b4a12f6f-7ba8-4a8b-904f-c89b27a8a2e6" providerId="AD" clId="Web-{E6A29ED4-9ABE-879F-750C-5BD662678B05}" dt="2025-07-07T13:30:26.768" v="4"/>
        <pc:sldMkLst>
          <pc:docMk/>
          <pc:sldMk cId="960230660" sldId="261"/>
        </pc:sldMkLst>
      </pc:sldChg>
      <pc:sldChg chg="add">
        <pc:chgData name="Sameeck Bhatia" userId="S::sameeck.bhatia@cineplex.com::b4a12f6f-7ba8-4a8b-904f-c89b27a8a2e6" providerId="AD" clId="Web-{E6A29ED4-9ABE-879F-750C-5BD662678B05}" dt="2025-07-07T13:30:26.768" v="5"/>
        <pc:sldMkLst>
          <pc:docMk/>
          <pc:sldMk cId="1563763980" sldId="262"/>
        </pc:sldMkLst>
      </pc:sldChg>
      <pc:sldChg chg="add">
        <pc:chgData name="Sameeck Bhatia" userId="S::sameeck.bhatia@cineplex.com::b4a12f6f-7ba8-4a8b-904f-c89b27a8a2e6" providerId="AD" clId="Web-{E6A29ED4-9ABE-879F-750C-5BD662678B05}" dt="2025-07-07T13:30:26.784" v="6"/>
        <pc:sldMkLst>
          <pc:docMk/>
          <pc:sldMk cId="2501402257" sldId="263"/>
        </pc:sldMkLst>
      </pc:sldChg>
      <pc:sldChg chg="add">
        <pc:chgData name="Sameeck Bhatia" userId="S::sameeck.bhatia@cineplex.com::b4a12f6f-7ba8-4a8b-904f-c89b27a8a2e6" providerId="AD" clId="Web-{E6A29ED4-9ABE-879F-750C-5BD662678B05}" dt="2025-07-07T13:30:26.784" v="7"/>
        <pc:sldMkLst>
          <pc:docMk/>
          <pc:sldMk cId="3157065435" sldId="264"/>
        </pc:sldMkLst>
      </pc:sldChg>
      <pc:sldChg chg="add">
        <pc:chgData name="Sameeck Bhatia" userId="S::sameeck.bhatia@cineplex.com::b4a12f6f-7ba8-4a8b-904f-c89b27a8a2e6" providerId="AD" clId="Web-{E6A29ED4-9ABE-879F-750C-5BD662678B05}" dt="2025-07-07T13:30:26.784" v="8"/>
        <pc:sldMkLst>
          <pc:docMk/>
          <pc:sldMk cId="2589837307" sldId="265"/>
        </pc:sldMkLst>
      </pc:sldChg>
      <pc:sldChg chg="add">
        <pc:chgData name="Sameeck Bhatia" userId="S::sameeck.bhatia@cineplex.com::b4a12f6f-7ba8-4a8b-904f-c89b27a8a2e6" providerId="AD" clId="Web-{E6A29ED4-9ABE-879F-750C-5BD662678B05}" dt="2025-07-07T13:30:26.784" v="9"/>
        <pc:sldMkLst>
          <pc:docMk/>
          <pc:sldMk cId="1728612822" sldId="266"/>
        </pc:sldMkLst>
      </pc:sldChg>
      <pc:sldChg chg="add">
        <pc:chgData name="Sameeck Bhatia" userId="S::sameeck.bhatia@cineplex.com::b4a12f6f-7ba8-4a8b-904f-c89b27a8a2e6" providerId="AD" clId="Web-{E6A29ED4-9ABE-879F-750C-5BD662678B05}" dt="2025-07-07T13:30:26.800" v="10"/>
        <pc:sldMkLst>
          <pc:docMk/>
          <pc:sldMk cId="3137794228" sldId="267"/>
        </pc:sldMkLst>
      </pc:sldChg>
    </pc:docChg>
  </pc:docChgLst>
  <pc:docChgLst>
    <pc:chgData name="Swati Mayo" userId="S::swati.mayo@cineplex.com::42721861-de89-4c64-94cc-c3145af6c770" providerId="AD" clId="Web-{943279C6-5222-4F7E-C6BA-E1F0F9966D05}"/>
    <pc:docChg chg="addSld delSld modSld sldOrd">
      <pc:chgData name="Swati Mayo" userId="S::swati.mayo@cineplex.com::42721861-de89-4c64-94cc-c3145af6c770" providerId="AD" clId="Web-{943279C6-5222-4F7E-C6BA-E1F0F9966D05}" dt="2025-07-25T08:50:58.169" v="145" actId="20577"/>
      <pc:docMkLst>
        <pc:docMk/>
      </pc:docMkLst>
      <pc:sldChg chg="ord">
        <pc:chgData name="Swati Mayo" userId="S::swati.mayo@cineplex.com::42721861-de89-4c64-94cc-c3145af6c770" providerId="AD" clId="Web-{943279C6-5222-4F7E-C6BA-E1F0F9966D05}" dt="2025-07-25T07:36:12.599" v="73"/>
        <pc:sldMkLst>
          <pc:docMk/>
          <pc:sldMk cId="3340795365" sldId="275"/>
        </pc:sldMkLst>
      </pc:sldChg>
      <pc:sldChg chg="ord">
        <pc:chgData name="Swati Mayo" userId="S::swati.mayo@cineplex.com::42721861-de89-4c64-94cc-c3145af6c770" providerId="AD" clId="Web-{943279C6-5222-4F7E-C6BA-E1F0F9966D05}" dt="2025-07-25T07:46:25.177" v="79"/>
        <pc:sldMkLst>
          <pc:docMk/>
          <pc:sldMk cId="3620968046" sldId="286"/>
        </pc:sldMkLst>
      </pc:sldChg>
      <pc:sldChg chg="modSp">
        <pc:chgData name="Swati Mayo" userId="S::swati.mayo@cineplex.com::42721861-de89-4c64-94cc-c3145af6c770" providerId="AD" clId="Web-{943279C6-5222-4F7E-C6BA-E1F0F9966D05}" dt="2025-07-25T04:43:59.652" v="58" actId="20577"/>
        <pc:sldMkLst>
          <pc:docMk/>
          <pc:sldMk cId="3670198266" sldId="306"/>
        </pc:sldMkLst>
      </pc:sldChg>
      <pc:sldChg chg="ord">
        <pc:chgData name="Swati Mayo" userId="S::swati.mayo@cineplex.com::42721861-de89-4c64-94cc-c3145af6c770" providerId="AD" clId="Web-{943279C6-5222-4F7E-C6BA-E1F0F9966D05}" dt="2025-07-25T07:36:12.599" v="74"/>
        <pc:sldMkLst>
          <pc:docMk/>
          <pc:sldMk cId="726436713" sldId="307"/>
        </pc:sldMkLst>
      </pc:sldChg>
      <pc:sldChg chg="ord">
        <pc:chgData name="Swati Mayo" userId="S::swati.mayo@cineplex.com::42721861-de89-4c64-94cc-c3145af6c770" providerId="AD" clId="Web-{943279C6-5222-4F7E-C6BA-E1F0F9966D05}" dt="2025-07-25T07:46:25.177" v="78"/>
        <pc:sldMkLst>
          <pc:docMk/>
          <pc:sldMk cId="3336476817" sldId="317"/>
        </pc:sldMkLst>
      </pc:sldChg>
      <pc:sldChg chg="modSp del ord">
        <pc:chgData name="Swati Mayo" userId="S::swati.mayo@cineplex.com::42721861-de89-4c64-94cc-c3145af6c770" providerId="AD" clId="Web-{943279C6-5222-4F7E-C6BA-E1F0F9966D05}" dt="2025-07-25T04:35:23.318" v="52"/>
        <pc:sldMkLst>
          <pc:docMk/>
          <pc:sldMk cId="3381895483" sldId="318"/>
        </pc:sldMkLst>
      </pc:sldChg>
      <pc:sldChg chg="ord">
        <pc:chgData name="Swati Mayo" userId="S::swati.mayo@cineplex.com::42721861-de89-4c64-94cc-c3145af6c770" providerId="AD" clId="Web-{943279C6-5222-4F7E-C6BA-E1F0F9966D05}" dt="2025-07-25T07:46:25.177" v="82"/>
        <pc:sldMkLst>
          <pc:docMk/>
          <pc:sldMk cId="2626496462" sldId="324"/>
        </pc:sldMkLst>
      </pc:sldChg>
      <pc:sldChg chg="ord">
        <pc:chgData name="Swati Mayo" userId="S::swati.mayo@cineplex.com::42721861-de89-4c64-94cc-c3145af6c770" providerId="AD" clId="Web-{943279C6-5222-4F7E-C6BA-E1F0F9966D05}" dt="2025-07-25T07:46:25.177" v="81"/>
        <pc:sldMkLst>
          <pc:docMk/>
          <pc:sldMk cId="2368164544" sldId="325"/>
        </pc:sldMkLst>
      </pc:sldChg>
      <pc:sldChg chg="ord">
        <pc:chgData name="Swati Mayo" userId="S::swati.mayo@cineplex.com::42721861-de89-4c64-94cc-c3145af6c770" providerId="AD" clId="Web-{943279C6-5222-4F7E-C6BA-E1F0F9966D05}" dt="2025-07-25T07:46:25.177" v="80"/>
        <pc:sldMkLst>
          <pc:docMk/>
          <pc:sldMk cId="1054278805" sldId="326"/>
        </pc:sldMkLst>
      </pc:sldChg>
      <pc:sldChg chg="ord">
        <pc:chgData name="Swati Mayo" userId="S::swati.mayo@cineplex.com::42721861-de89-4c64-94cc-c3145af6c770" providerId="AD" clId="Web-{943279C6-5222-4F7E-C6BA-E1F0F9966D05}" dt="2025-07-25T07:46:25.177" v="83"/>
        <pc:sldMkLst>
          <pc:docMk/>
          <pc:sldMk cId="4176072266" sldId="328"/>
        </pc:sldMkLst>
      </pc:sldChg>
      <pc:sldChg chg="ord">
        <pc:chgData name="Swati Mayo" userId="S::swati.mayo@cineplex.com::42721861-de89-4c64-94cc-c3145af6c770" providerId="AD" clId="Web-{943279C6-5222-4F7E-C6BA-E1F0F9966D05}" dt="2025-07-25T07:46:25.177" v="77"/>
        <pc:sldMkLst>
          <pc:docMk/>
          <pc:sldMk cId="3667465428" sldId="332"/>
        </pc:sldMkLst>
      </pc:sldChg>
      <pc:sldChg chg="ord">
        <pc:chgData name="Swati Mayo" userId="S::swati.mayo@cineplex.com::42721861-de89-4c64-94cc-c3145af6c770" providerId="AD" clId="Web-{943279C6-5222-4F7E-C6BA-E1F0F9966D05}" dt="2025-07-25T07:36:12.584" v="72"/>
        <pc:sldMkLst>
          <pc:docMk/>
          <pc:sldMk cId="3269732493" sldId="333"/>
        </pc:sldMkLst>
      </pc:sldChg>
      <pc:sldChg chg="modSp add">
        <pc:chgData name="Swati Mayo" userId="S::swati.mayo@cineplex.com::42721861-de89-4c64-94cc-c3145af6c770" providerId="AD" clId="Web-{943279C6-5222-4F7E-C6BA-E1F0F9966D05}" dt="2025-07-25T04:25:14.046" v="9" actId="20577"/>
        <pc:sldMkLst>
          <pc:docMk/>
          <pc:sldMk cId="304228026" sldId="342"/>
        </pc:sldMkLst>
      </pc:sldChg>
      <pc:sldChg chg="add ord">
        <pc:chgData name="Swati Mayo" userId="S::swati.mayo@cineplex.com::42721861-de89-4c64-94cc-c3145af6c770" providerId="AD" clId="Web-{943279C6-5222-4F7E-C6BA-E1F0F9966D05}" dt="2025-07-25T04:55:53.926" v="59"/>
        <pc:sldMkLst>
          <pc:docMk/>
          <pc:sldMk cId="2483652089" sldId="343"/>
        </pc:sldMkLst>
      </pc:sldChg>
      <pc:sldChg chg="modSp add">
        <pc:chgData name="Swati Mayo" userId="S::swati.mayo@cineplex.com::42721861-de89-4c64-94cc-c3145af6c770" providerId="AD" clId="Web-{943279C6-5222-4F7E-C6BA-E1F0F9966D05}" dt="2025-07-25T08:46:30.069" v="92" actId="20577"/>
        <pc:sldMkLst>
          <pc:docMk/>
          <pc:sldMk cId="687714061" sldId="344"/>
        </pc:sldMkLst>
      </pc:sldChg>
      <pc:sldChg chg="add">
        <pc:chgData name="Swati Mayo" userId="S::swati.mayo@cineplex.com::42721861-de89-4c64-94cc-c3145af6c770" providerId="AD" clId="Web-{943279C6-5222-4F7E-C6BA-E1F0F9966D05}" dt="2025-07-25T07:39:36.417" v="75"/>
        <pc:sldMkLst>
          <pc:docMk/>
          <pc:sldMk cId="688002234" sldId="345"/>
        </pc:sldMkLst>
      </pc:sldChg>
      <pc:sldChg chg="modSp add">
        <pc:chgData name="Swati Mayo" userId="S::swati.mayo@cineplex.com::42721861-de89-4c64-94cc-c3145af6c770" providerId="AD" clId="Web-{943279C6-5222-4F7E-C6BA-E1F0F9966D05}" dt="2025-07-25T08:48:22.822" v="123" actId="20577"/>
        <pc:sldMkLst>
          <pc:docMk/>
          <pc:sldMk cId="2493559733" sldId="346"/>
        </pc:sldMkLst>
      </pc:sldChg>
      <pc:sldChg chg="modSp add">
        <pc:chgData name="Swati Mayo" userId="S::swati.mayo@cineplex.com::42721861-de89-4c64-94cc-c3145af6c770" providerId="AD" clId="Web-{943279C6-5222-4F7E-C6BA-E1F0F9966D05}" dt="2025-07-25T08:50:58.169" v="145" actId="20577"/>
        <pc:sldMkLst>
          <pc:docMk/>
          <pc:sldMk cId="3841905622" sldId="347"/>
        </pc:sldMkLst>
      </pc:sldChg>
      <pc:sldChg chg="add">
        <pc:chgData name="Swati Mayo" userId="S::swati.mayo@cineplex.com::42721861-de89-4c64-94cc-c3145af6c770" providerId="AD" clId="Web-{943279C6-5222-4F7E-C6BA-E1F0F9966D05}" dt="2025-07-25T08:42:00.876" v="85"/>
        <pc:sldMkLst>
          <pc:docMk/>
          <pc:sldMk cId="2201649967" sldId="348"/>
        </pc:sldMkLst>
      </pc:sldChg>
      <pc:sldChg chg="add">
        <pc:chgData name="Swati Mayo" userId="S::swati.mayo@cineplex.com::42721861-de89-4c64-94cc-c3145af6c770" providerId="AD" clId="Web-{943279C6-5222-4F7E-C6BA-E1F0F9966D05}" dt="2025-07-25T08:42:00.923" v="86"/>
        <pc:sldMkLst>
          <pc:docMk/>
          <pc:sldMk cId="2917247673" sldId="349"/>
        </pc:sldMkLst>
      </pc:sldChg>
    </pc:docChg>
  </pc:docChgLst>
  <pc:docChgLst>
    <pc:chgData name="Theodore Nanos" userId="S::theodore.nanos@cineplex.com::088312c6-47e6-48a9-86a9-4611527bae90" providerId="AD" clId="Web-{8109514E-9308-D54A-694A-12D13C02E1D9}"/>
    <pc:docChg chg="addSld delSld modSld sldOrd">
      <pc:chgData name="Theodore Nanos" userId="S::theodore.nanos@cineplex.com::088312c6-47e6-48a9-86a9-4611527bae90" providerId="AD" clId="Web-{8109514E-9308-D54A-694A-12D13C02E1D9}" dt="2025-07-16T15:50:39.556" v="82" actId="20577"/>
      <pc:docMkLst>
        <pc:docMk/>
      </pc:docMkLst>
      <pc:sldChg chg="del ord">
        <pc:chgData name="Theodore Nanos" userId="S::theodore.nanos@cineplex.com::088312c6-47e6-48a9-86a9-4611527bae90" providerId="AD" clId="Web-{8109514E-9308-D54A-694A-12D13C02E1D9}" dt="2025-07-16T15:42:43.140" v="15"/>
        <pc:sldMkLst>
          <pc:docMk/>
          <pc:sldMk cId="3540065161" sldId="285"/>
        </pc:sldMkLst>
      </pc:sldChg>
      <pc:sldChg chg="addSp modSp ord">
        <pc:chgData name="Theodore Nanos" userId="S::theodore.nanos@cineplex.com::088312c6-47e6-48a9-86a9-4611527bae90" providerId="AD" clId="Web-{8109514E-9308-D54A-694A-12D13C02E1D9}" dt="2025-07-16T15:42:59.453" v="21" actId="14100"/>
        <pc:sldMkLst>
          <pc:docMk/>
          <pc:sldMk cId="3620968046" sldId="286"/>
        </pc:sldMkLst>
      </pc:sldChg>
      <pc:sldChg chg="modSp add ord replId">
        <pc:chgData name="Theodore Nanos" userId="S::theodore.nanos@cineplex.com::088312c6-47e6-48a9-86a9-4611527bae90" providerId="AD" clId="Web-{8109514E-9308-D54A-694A-12D13C02E1D9}" dt="2025-07-16T15:48:40.991" v="70" actId="20577"/>
        <pc:sldMkLst>
          <pc:docMk/>
          <pc:sldMk cId="188447598" sldId="316"/>
        </pc:sldMkLst>
      </pc:sldChg>
      <pc:sldChg chg="modSp add replId">
        <pc:chgData name="Theodore Nanos" userId="S::theodore.nanos@cineplex.com::088312c6-47e6-48a9-86a9-4611527bae90" providerId="AD" clId="Web-{8109514E-9308-D54A-694A-12D13C02E1D9}" dt="2025-07-16T15:50:39.556" v="82" actId="20577"/>
        <pc:sldMkLst>
          <pc:docMk/>
          <pc:sldMk cId="3336476817" sldId="317"/>
        </pc:sldMkLst>
      </pc:sldChg>
      <pc:sldChg chg="delSp modSp add replId">
        <pc:chgData name="Theodore Nanos" userId="S::theodore.nanos@cineplex.com::088312c6-47e6-48a9-86a9-4611527bae90" providerId="AD" clId="Web-{8109514E-9308-D54A-694A-12D13C02E1D9}" dt="2025-07-16T15:48:22.413" v="69" actId="20577"/>
        <pc:sldMkLst>
          <pc:docMk/>
          <pc:sldMk cId="3381895483" sldId="318"/>
        </pc:sldMkLst>
      </pc:sldChg>
    </pc:docChg>
  </pc:docChgLst>
  <pc:docChgLst>
    <pc:chgData name="Sameeck Bhatia" userId="S::sameeck.bhatia@cineplex.com::b4a12f6f-7ba8-4a8b-904f-c89b27a8a2e6" providerId="AD" clId="Web-{97BBE79E-0E52-4B28-FB4E-FBA27B942094}"/>
    <pc:docChg chg="modSld">
      <pc:chgData name="Sameeck Bhatia" userId="S::sameeck.bhatia@cineplex.com::b4a12f6f-7ba8-4a8b-904f-c89b27a8a2e6" providerId="AD" clId="Web-{97BBE79E-0E52-4B28-FB4E-FBA27B942094}" dt="2025-07-07T13:33:20.562" v="8"/>
      <pc:docMkLst>
        <pc:docMk/>
      </pc:docMkLst>
      <pc:sldChg chg="addSp delSp modSp">
        <pc:chgData name="Sameeck Bhatia" userId="S::sameeck.bhatia@cineplex.com::b4a12f6f-7ba8-4a8b-904f-c89b27a8a2e6" providerId="AD" clId="Web-{97BBE79E-0E52-4B28-FB4E-FBA27B942094}" dt="2025-07-07T13:33:20.562" v="8"/>
        <pc:sldMkLst>
          <pc:docMk/>
          <pc:sldMk cId="720343754" sldId="260"/>
        </pc:sldMkLst>
      </pc:sldChg>
    </pc:docChg>
  </pc:docChgLst>
  <pc:docChgLst>
    <pc:chgData name="Sameeck Bhatia" userId="S::sameeck.bhatia@cineplex.com::b4a12f6f-7ba8-4a8b-904f-c89b27a8a2e6" providerId="AD" clId="Web-{C4F11D14-D498-45F9-A50B-60E03D141015}"/>
    <pc:docChg chg="modSld">
      <pc:chgData name="Sameeck Bhatia" userId="S::sameeck.bhatia@cineplex.com::b4a12f6f-7ba8-4a8b-904f-c89b27a8a2e6" providerId="AD" clId="Web-{C4F11D14-D498-45F9-A50B-60E03D141015}" dt="2025-07-16T13:22:03.778" v="142"/>
      <pc:docMkLst>
        <pc:docMk/>
      </pc:docMkLst>
      <pc:sldChg chg="addSp delSp">
        <pc:chgData name="Sameeck Bhatia" userId="S::sameeck.bhatia@cineplex.com::b4a12f6f-7ba8-4a8b-904f-c89b27a8a2e6" providerId="AD" clId="Web-{C4F11D14-D498-45F9-A50B-60E03D141015}" dt="2025-07-16T13:13:46.772" v="26"/>
        <pc:sldMkLst>
          <pc:docMk/>
          <pc:sldMk cId="1563763980" sldId="262"/>
        </pc:sldMkLst>
      </pc:sldChg>
      <pc:sldChg chg="modNotes">
        <pc:chgData name="Sameeck Bhatia" userId="S::sameeck.bhatia@cineplex.com::b4a12f6f-7ba8-4a8b-904f-c89b27a8a2e6" providerId="AD" clId="Web-{C4F11D14-D498-45F9-A50B-60E03D141015}" dt="2025-07-16T13:22:03.778" v="142"/>
        <pc:sldMkLst>
          <pc:docMk/>
          <pc:sldMk cId="3957393543" sldId="289"/>
        </pc:sldMkLst>
      </pc:sldChg>
      <pc:sldChg chg="addSp delSp modSp">
        <pc:chgData name="Sameeck Bhatia" userId="S::sameeck.bhatia@cineplex.com::b4a12f6f-7ba8-4a8b-904f-c89b27a8a2e6" providerId="AD" clId="Web-{C4F11D14-D498-45F9-A50B-60E03D141015}" dt="2025-07-16T13:17:07.602" v="59"/>
        <pc:sldMkLst>
          <pc:docMk/>
          <pc:sldMk cId="1844383168" sldId="293"/>
        </pc:sldMkLst>
      </pc:sldChg>
      <pc:sldChg chg="delSp modSp">
        <pc:chgData name="Sameeck Bhatia" userId="S::sameeck.bhatia@cineplex.com::b4a12f6f-7ba8-4a8b-904f-c89b27a8a2e6" providerId="AD" clId="Web-{C4F11D14-D498-45F9-A50B-60E03D141015}" dt="2025-07-16T13:13:07.162" v="24" actId="20577"/>
        <pc:sldMkLst>
          <pc:docMk/>
          <pc:sldMk cId="123431385" sldId="300"/>
        </pc:sldMkLst>
      </pc:sldChg>
      <pc:sldChg chg="addSp modNotes">
        <pc:chgData name="Sameeck Bhatia" userId="S::sameeck.bhatia@cineplex.com::b4a12f6f-7ba8-4a8b-904f-c89b27a8a2e6" providerId="AD" clId="Web-{C4F11D14-D498-45F9-A50B-60E03D141015}" dt="2025-07-16T13:19:57.323" v="137"/>
        <pc:sldMkLst>
          <pc:docMk/>
          <pc:sldMk cId="4258444852" sldId="305"/>
        </pc:sldMkLst>
      </pc:sldChg>
      <pc:sldChg chg="addSp delSp modSp modNotes">
        <pc:chgData name="Sameeck Bhatia" userId="S::sameeck.bhatia@cineplex.com::b4a12f6f-7ba8-4a8b-904f-c89b27a8a2e6" providerId="AD" clId="Web-{C4F11D14-D498-45F9-A50B-60E03D141015}" dt="2025-07-16T13:20:00.511" v="139"/>
        <pc:sldMkLst>
          <pc:docMk/>
          <pc:sldMk cId="3670198266" sldId="306"/>
        </pc:sldMkLst>
      </pc:sldChg>
    </pc:docChg>
  </pc:docChgLst>
  <pc:docChgLst>
    <pc:chgData name="Lauren Aitchison" userId="31122344-21a3-49ed-9c97-c06dbf32ef44" providerId="ADAL" clId="{F7DDEC8C-EBBE-4A0D-B5E1-7F6B379FE1B3}"/>
    <pc:docChg chg="custSel addSld delSld modSld">
      <pc:chgData name="Lauren Aitchison" userId="31122344-21a3-49ed-9c97-c06dbf32ef44" providerId="ADAL" clId="{F7DDEC8C-EBBE-4A0D-B5E1-7F6B379FE1B3}" dt="2025-07-25T13:25:17.057" v="13" actId="47"/>
      <pc:docMkLst>
        <pc:docMk/>
      </pc:docMkLst>
      <pc:sldChg chg="modSp mod">
        <pc:chgData name="Lauren Aitchison" userId="31122344-21a3-49ed-9c97-c06dbf32ef44" providerId="ADAL" clId="{F7DDEC8C-EBBE-4A0D-B5E1-7F6B379FE1B3}" dt="2025-07-25T13:24:47.945" v="2" actId="404"/>
        <pc:sldMkLst>
          <pc:docMk/>
          <pc:sldMk cId="3841905622" sldId="347"/>
        </pc:sldMkLst>
      </pc:sldChg>
      <pc:sldChg chg="modSp mod">
        <pc:chgData name="Lauren Aitchison" userId="31122344-21a3-49ed-9c97-c06dbf32ef44" providerId="ADAL" clId="{F7DDEC8C-EBBE-4A0D-B5E1-7F6B379FE1B3}" dt="2025-07-25T13:24:56.697" v="7" actId="403"/>
        <pc:sldMkLst>
          <pc:docMk/>
          <pc:sldMk cId="2201649967" sldId="348"/>
        </pc:sldMkLst>
      </pc:sldChg>
      <pc:sldChg chg="del">
        <pc:chgData name="Lauren Aitchison" userId="31122344-21a3-49ed-9c97-c06dbf32ef44" providerId="ADAL" clId="{F7DDEC8C-EBBE-4A0D-B5E1-7F6B379FE1B3}" dt="2025-07-25T13:25:17.057" v="13" actId="47"/>
        <pc:sldMkLst>
          <pc:docMk/>
          <pc:sldMk cId="2917247673" sldId="349"/>
        </pc:sldMkLst>
      </pc:sldChg>
      <pc:sldChg chg="delSp modSp new mod">
        <pc:chgData name="Lauren Aitchison" userId="31122344-21a3-49ed-9c97-c06dbf32ef44" providerId="ADAL" clId="{F7DDEC8C-EBBE-4A0D-B5E1-7F6B379FE1B3}" dt="2025-07-25T13:25:15.302" v="12" actId="478"/>
        <pc:sldMkLst>
          <pc:docMk/>
          <pc:sldMk cId="3906672030" sldId="350"/>
        </pc:sldMkLst>
      </pc:sldChg>
    </pc:docChg>
  </pc:docChgLst>
  <pc:docChgLst>
    <pc:chgData name="Sameeck Bhatia" userId="b4a12f6f-7ba8-4a8b-904f-c89b27a8a2e6" providerId="ADAL" clId="{20E0992B-21B9-4F97-9D81-584718C8CF45}"/>
    <pc:docChg chg="undo redo custSel addSld delSld modSld sldOrd addSection delSection">
      <pc:chgData name="Sameeck Bhatia" userId="b4a12f6f-7ba8-4a8b-904f-c89b27a8a2e6" providerId="ADAL" clId="{20E0992B-21B9-4F97-9D81-584718C8CF45}" dt="2025-07-25T16:14:21.682" v="22200" actId="948"/>
      <pc:docMkLst>
        <pc:docMk/>
      </pc:docMkLst>
      <pc:sldChg chg="modSp del mod">
        <pc:chgData name="Sameeck Bhatia" userId="b4a12f6f-7ba8-4a8b-904f-c89b27a8a2e6" providerId="ADAL" clId="{20E0992B-21B9-4F97-9D81-584718C8CF45}" dt="2025-07-08T17:51:31.879" v="2325" actId="47"/>
        <pc:sldMkLst>
          <pc:docMk/>
          <pc:sldMk cId="3062632396" sldId="257"/>
        </pc:sldMkLst>
      </pc:sldChg>
      <pc:sldChg chg="modSp mod modNotesTx">
        <pc:chgData name="Sameeck Bhatia" userId="b4a12f6f-7ba8-4a8b-904f-c89b27a8a2e6" providerId="ADAL" clId="{20E0992B-21B9-4F97-9D81-584718C8CF45}" dt="2025-07-25T13:29:42.056" v="21977" actId="20577"/>
        <pc:sldMkLst>
          <pc:docMk/>
          <pc:sldMk cId="3422662998" sldId="258"/>
        </pc:sldMkLst>
      </pc:sldChg>
      <pc:sldChg chg="addSp delSp modSp mod">
        <pc:chgData name="Sameeck Bhatia" userId="b4a12f6f-7ba8-4a8b-904f-c89b27a8a2e6" providerId="ADAL" clId="{20E0992B-21B9-4F97-9D81-584718C8CF45}" dt="2025-07-22T14:50:23.535" v="19003" actId="20577"/>
        <pc:sldMkLst>
          <pc:docMk/>
          <pc:sldMk cId="340928472" sldId="259"/>
        </pc:sldMkLst>
      </pc:sldChg>
      <pc:sldChg chg="addSp delSp modSp mod">
        <pc:chgData name="Sameeck Bhatia" userId="b4a12f6f-7ba8-4a8b-904f-c89b27a8a2e6" providerId="ADAL" clId="{20E0992B-21B9-4F97-9D81-584718C8CF45}" dt="2025-07-22T14:52:06.852" v="19094" actId="20577"/>
        <pc:sldMkLst>
          <pc:docMk/>
          <pc:sldMk cId="720343754" sldId="260"/>
        </pc:sldMkLst>
      </pc:sldChg>
      <pc:sldChg chg="del">
        <pc:chgData name="Sameeck Bhatia" userId="b4a12f6f-7ba8-4a8b-904f-c89b27a8a2e6" providerId="ADAL" clId="{20E0992B-21B9-4F97-9D81-584718C8CF45}" dt="2025-07-08T17:54:59.821" v="2501" actId="47"/>
        <pc:sldMkLst>
          <pc:docMk/>
          <pc:sldMk cId="960230660" sldId="261"/>
        </pc:sldMkLst>
      </pc:sldChg>
      <pc:sldChg chg="addSp delSp modSp mod ord">
        <pc:chgData name="Sameeck Bhatia" userId="b4a12f6f-7ba8-4a8b-904f-c89b27a8a2e6" providerId="ADAL" clId="{20E0992B-21B9-4F97-9D81-584718C8CF45}" dt="2025-07-22T13:35:49.085" v="18522" actId="1035"/>
        <pc:sldMkLst>
          <pc:docMk/>
          <pc:sldMk cId="1563763980" sldId="262"/>
        </pc:sldMkLst>
      </pc:sldChg>
      <pc:sldChg chg="addSp delSp modSp mod ord">
        <pc:chgData name="Sameeck Bhatia" userId="b4a12f6f-7ba8-4a8b-904f-c89b27a8a2e6" providerId="ADAL" clId="{20E0992B-21B9-4F97-9D81-584718C8CF45}" dt="2025-07-22T13:35:46.379" v="18517" actId="1035"/>
        <pc:sldMkLst>
          <pc:docMk/>
          <pc:sldMk cId="2501402257" sldId="263"/>
        </pc:sldMkLst>
      </pc:sldChg>
      <pc:sldChg chg="modSp mod modNotesTx">
        <pc:chgData name="Sameeck Bhatia" userId="b4a12f6f-7ba8-4a8b-904f-c89b27a8a2e6" providerId="ADAL" clId="{20E0992B-21B9-4F97-9D81-584718C8CF45}" dt="2025-07-25T13:30:29.598" v="22021" actId="20577"/>
        <pc:sldMkLst>
          <pc:docMk/>
          <pc:sldMk cId="3157065435" sldId="264"/>
        </pc:sldMkLst>
      </pc:sldChg>
      <pc:sldChg chg="addSp delSp modSp mod">
        <pc:chgData name="Sameeck Bhatia" userId="b4a12f6f-7ba8-4a8b-904f-c89b27a8a2e6" providerId="ADAL" clId="{20E0992B-21B9-4F97-9D81-584718C8CF45}" dt="2025-07-22T18:11:50.831" v="19657" actId="478"/>
        <pc:sldMkLst>
          <pc:docMk/>
          <pc:sldMk cId="2589837307" sldId="265"/>
        </pc:sldMkLst>
      </pc:sldChg>
      <pc:sldChg chg="addSp delSp modSp del mod modShow">
        <pc:chgData name="Sameeck Bhatia" userId="b4a12f6f-7ba8-4a8b-904f-c89b27a8a2e6" providerId="ADAL" clId="{20E0992B-21B9-4F97-9D81-584718C8CF45}" dt="2025-07-15T12:40:22.071" v="9085" actId="2696"/>
        <pc:sldMkLst>
          <pc:docMk/>
          <pc:sldMk cId="1728612822" sldId="266"/>
        </pc:sldMkLst>
      </pc:sldChg>
      <pc:sldChg chg="addSp delSp modSp mod">
        <pc:chgData name="Sameeck Bhatia" userId="b4a12f6f-7ba8-4a8b-904f-c89b27a8a2e6" providerId="ADAL" clId="{20E0992B-21B9-4F97-9D81-584718C8CF45}" dt="2025-07-22T13:37:38.109" v="18601" actId="1037"/>
        <pc:sldMkLst>
          <pc:docMk/>
          <pc:sldMk cId="3137794228" sldId="267"/>
        </pc:sldMkLst>
      </pc:sldChg>
      <pc:sldChg chg="modSp new del mod">
        <pc:chgData name="Sameeck Bhatia" userId="b4a12f6f-7ba8-4a8b-904f-c89b27a8a2e6" providerId="ADAL" clId="{20E0992B-21B9-4F97-9D81-584718C8CF45}" dt="2025-07-08T18:52:43.003" v="2586" actId="47"/>
        <pc:sldMkLst>
          <pc:docMk/>
          <pc:sldMk cId="3817420190" sldId="268"/>
        </pc:sldMkLst>
      </pc:sldChg>
      <pc:sldChg chg="add del">
        <pc:chgData name="Sameeck Bhatia" userId="b4a12f6f-7ba8-4a8b-904f-c89b27a8a2e6" providerId="ADAL" clId="{20E0992B-21B9-4F97-9D81-584718C8CF45}" dt="2025-07-08T18:52:44.719" v="2587" actId="47"/>
        <pc:sldMkLst>
          <pc:docMk/>
          <pc:sldMk cId="2714288000" sldId="269"/>
        </pc:sldMkLst>
      </pc:sldChg>
      <pc:sldChg chg="modSp add del mod">
        <pc:chgData name="Sameeck Bhatia" userId="b4a12f6f-7ba8-4a8b-904f-c89b27a8a2e6" providerId="ADAL" clId="{20E0992B-21B9-4F97-9D81-584718C8CF45}" dt="2025-07-08T17:54:49.781" v="2487" actId="47"/>
        <pc:sldMkLst>
          <pc:docMk/>
          <pc:sldMk cId="1263873870" sldId="270"/>
        </pc:sldMkLst>
      </pc:sldChg>
      <pc:sldChg chg="modSp add del mod">
        <pc:chgData name="Sameeck Bhatia" userId="b4a12f6f-7ba8-4a8b-904f-c89b27a8a2e6" providerId="ADAL" clId="{20E0992B-21B9-4F97-9D81-584718C8CF45}" dt="2025-07-08T17:54:33.611" v="2473" actId="47"/>
        <pc:sldMkLst>
          <pc:docMk/>
          <pc:sldMk cId="267740454" sldId="271"/>
        </pc:sldMkLst>
      </pc:sldChg>
      <pc:sldChg chg="modSp add del mod">
        <pc:chgData name="Sameeck Bhatia" userId="b4a12f6f-7ba8-4a8b-904f-c89b27a8a2e6" providerId="ADAL" clId="{20E0992B-21B9-4F97-9D81-584718C8CF45}" dt="2025-07-08T17:54:29.059" v="2468" actId="47"/>
        <pc:sldMkLst>
          <pc:docMk/>
          <pc:sldMk cId="1624521434" sldId="272"/>
        </pc:sldMkLst>
      </pc:sldChg>
      <pc:sldChg chg="add del">
        <pc:chgData name="Sameeck Bhatia" userId="b4a12f6f-7ba8-4a8b-904f-c89b27a8a2e6" providerId="ADAL" clId="{20E0992B-21B9-4F97-9D81-584718C8CF45}" dt="2025-07-08T18:52:46.816" v="2588" actId="47"/>
        <pc:sldMkLst>
          <pc:docMk/>
          <pc:sldMk cId="128775829" sldId="273"/>
        </pc:sldMkLst>
      </pc:sldChg>
      <pc:sldChg chg="add del">
        <pc:chgData name="Sameeck Bhatia" userId="b4a12f6f-7ba8-4a8b-904f-c89b27a8a2e6" providerId="ADAL" clId="{20E0992B-21B9-4F97-9D81-584718C8CF45}" dt="2025-07-08T18:52:47.763" v="2589" actId="47"/>
        <pc:sldMkLst>
          <pc:docMk/>
          <pc:sldMk cId="479383929" sldId="274"/>
        </pc:sldMkLst>
      </pc:sldChg>
      <pc:sldChg chg="addSp delSp modSp add mod modShow">
        <pc:chgData name="Sameeck Bhatia" userId="b4a12f6f-7ba8-4a8b-904f-c89b27a8a2e6" providerId="ADAL" clId="{20E0992B-21B9-4F97-9D81-584718C8CF45}" dt="2025-07-23T20:48:05.199" v="19727" actId="20577"/>
        <pc:sldMkLst>
          <pc:docMk/>
          <pc:sldMk cId="3340795365" sldId="275"/>
        </pc:sldMkLst>
      </pc:sldChg>
      <pc:sldChg chg="modSp new mod">
        <pc:chgData name="Sameeck Bhatia" userId="b4a12f6f-7ba8-4a8b-904f-c89b27a8a2e6" providerId="ADAL" clId="{20E0992B-21B9-4F97-9D81-584718C8CF45}" dt="2025-07-22T13:53:27.065" v="18823" actId="5793"/>
        <pc:sldMkLst>
          <pc:docMk/>
          <pc:sldMk cId="2290366524" sldId="276"/>
        </pc:sldMkLst>
      </pc:sldChg>
      <pc:sldChg chg="modSp new del mod ord">
        <pc:chgData name="Sameeck Bhatia" userId="b4a12f6f-7ba8-4a8b-904f-c89b27a8a2e6" providerId="ADAL" clId="{20E0992B-21B9-4F97-9D81-584718C8CF45}" dt="2025-07-08T17:55:16.965" v="2528" actId="47"/>
        <pc:sldMkLst>
          <pc:docMk/>
          <pc:sldMk cId="2999352197" sldId="277"/>
        </pc:sldMkLst>
      </pc:sldChg>
      <pc:sldChg chg="addSp delSp modSp new mod modNotesTx">
        <pc:chgData name="Sameeck Bhatia" userId="b4a12f6f-7ba8-4a8b-904f-c89b27a8a2e6" providerId="ADAL" clId="{20E0992B-21B9-4F97-9D81-584718C8CF45}" dt="2025-07-25T13:30:39.531" v="22026" actId="20577"/>
        <pc:sldMkLst>
          <pc:docMk/>
          <pc:sldMk cId="2048562219" sldId="278"/>
        </pc:sldMkLst>
      </pc:sldChg>
      <pc:sldChg chg="delSp modSp add mod ord modNotesTx">
        <pc:chgData name="Sameeck Bhatia" userId="b4a12f6f-7ba8-4a8b-904f-c89b27a8a2e6" providerId="ADAL" clId="{20E0992B-21B9-4F97-9D81-584718C8CF45}" dt="2025-07-25T13:30:23.051" v="22016" actId="20577"/>
        <pc:sldMkLst>
          <pc:docMk/>
          <pc:sldMk cId="1265233665" sldId="279"/>
        </pc:sldMkLst>
      </pc:sldChg>
      <pc:sldChg chg="addSp delSp modSp add mod ord modNotesTx">
        <pc:chgData name="Sameeck Bhatia" userId="b4a12f6f-7ba8-4a8b-904f-c89b27a8a2e6" providerId="ADAL" clId="{20E0992B-21B9-4F97-9D81-584718C8CF45}" dt="2025-07-25T13:30:03.018" v="21993" actId="20577"/>
        <pc:sldMkLst>
          <pc:docMk/>
          <pc:sldMk cId="718878224" sldId="280"/>
        </pc:sldMkLst>
      </pc:sldChg>
      <pc:sldChg chg="delSp modSp add mod modNotesTx">
        <pc:chgData name="Sameeck Bhatia" userId="b4a12f6f-7ba8-4a8b-904f-c89b27a8a2e6" providerId="ADAL" clId="{20E0992B-21B9-4F97-9D81-584718C8CF45}" dt="2025-07-25T13:30:17.836" v="22011" actId="20577"/>
        <pc:sldMkLst>
          <pc:docMk/>
          <pc:sldMk cId="3761658162" sldId="281"/>
        </pc:sldMkLst>
      </pc:sldChg>
      <pc:sldChg chg="delSp modSp add del mod">
        <pc:chgData name="Sameeck Bhatia" userId="b4a12f6f-7ba8-4a8b-904f-c89b27a8a2e6" providerId="ADAL" clId="{20E0992B-21B9-4F97-9D81-584718C8CF45}" dt="2025-07-10T15:01:19.618" v="4857" actId="47"/>
        <pc:sldMkLst>
          <pc:docMk/>
          <pc:sldMk cId="193337430" sldId="282"/>
        </pc:sldMkLst>
      </pc:sldChg>
      <pc:sldChg chg="delSp modSp add del mod">
        <pc:chgData name="Sameeck Bhatia" userId="b4a12f6f-7ba8-4a8b-904f-c89b27a8a2e6" providerId="ADAL" clId="{20E0992B-21B9-4F97-9D81-584718C8CF45}" dt="2025-07-10T15:01:22.813" v="4858" actId="47"/>
        <pc:sldMkLst>
          <pc:docMk/>
          <pc:sldMk cId="3672411234" sldId="283"/>
        </pc:sldMkLst>
      </pc:sldChg>
      <pc:sldChg chg="modSp add mod">
        <pc:chgData name="Sameeck Bhatia" userId="b4a12f6f-7ba8-4a8b-904f-c89b27a8a2e6" providerId="ADAL" clId="{20E0992B-21B9-4F97-9D81-584718C8CF45}" dt="2025-07-17T15:17:59.946" v="12974" actId="20577"/>
        <pc:sldMkLst>
          <pc:docMk/>
          <pc:sldMk cId="1345936250" sldId="284"/>
        </pc:sldMkLst>
      </pc:sldChg>
      <pc:sldChg chg="modSp add mod modShow">
        <pc:chgData name="Sameeck Bhatia" userId="b4a12f6f-7ba8-4a8b-904f-c89b27a8a2e6" providerId="ADAL" clId="{20E0992B-21B9-4F97-9D81-584718C8CF45}" dt="2025-07-15T12:40:31.225" v="9086" actId="729"/>
        <pc:sldMkLst>
          <pc:docMk/>
          <pc:sldMk cId="3540065161" sldId="285"/>
        </pc:sldMkLst>
      </pc:sldChg>
      <pc:sldChg chg="addSp delSp modSp add mod modShow">
        <pc:chgData name="Sameeck Bhatia" userId="b4a12f6f-7ba8-4a8b-904f-c89b27a8a2e6" providerId="ADAL" clId="{20E0992B-21B9-4F97-9D81-584718C8CF45}" dt="2025-07-22T18:08:10.959" v="19566" actId="20577"/>
        <pc:sldMkLst>
          <pc:docMk/>
          <pc:sldMk cId="3620968046" sldId="286"/>
        </pc:sldMkLst>
      </pc:sldChg>
      <pc:sldChg chg="addSp delSp modSp add mod">
        <pc:chgData name="Sameeck Bhatia" userId="b4a12f6f-7ba8-4a8b-904f-c89b27a8a2e6" providerId="ADAL" clId="{20E0992B-21B9-4F97-9D81-584718C8CF45}" dt="2025-07-22T13:35:59.159" v="18540" actId="1035"/>
        <pc:sldMkLst>
          <pc:docMk/>
          <pc:sldMk cId="3024179253" sldId="287"/>
        </pc:sldMkLst>
      </pc:sldChg>
      <pc:sldChg chg="addSp delSp modSp new mod ord modShow">
        <pc:chgData name="Sameeck Bhatia" userId="b4a12f6f-7ba8-4a8b-904f-c89b27a8a2e6" providerId="ADAL" clId="{20E0992B-21B9-4F97-9D81-584718C8CF45}" dt="2025-07-24T18:08:07.860" v="21667" actId="729"/>
        <pc:sldMkLst>
          <pc:docMk/>
          <pc:sldMk cId="1317703379" sldId="288"/>
        </pc:sldMkLst>
      </pc:sldChg>
      <pc:sldChg chg="addSp delSp modSp add mod ord modNotesTx">
        <pc:chgData name="Sameeck Bhatia" userId="b4a12f6f-7ba8-4a8b-904f-c89b27a8a2e6" providerId="ADAL" clId="{20E0992B-21B9-4F97-9D81-584718C8CF45}" dt="2025-07-22T14:48:07.732" v="18916" actId="20577"/>
        <pc:sldMkLst>
          <pc:docMk/>
          <pc:sldMk cId="3957393543" sldId="289"/>
        </pc:sldMkLst>
      </pc:sldChg>
      <pc:sldChg chg="addSp delSp modSp mod">
        <pc:chgData name="Sameeck Bhatia" userId="b4a12f6f-7ba8-4a8b-904f-c89b27a8a2e6" providerId="ADAL" clId="{20E0992B-21B9-4F97-9D81-584718C8CF45}" dt="2025-07-22T14:49:45.101" v="18994" actId="20577"/>
        <pc:sldMkLst>
          <pc:docMk/>
          <pc:sldMk cId="3661283015" sldId="290"/>
        </pc:sldMkLst>
      </pc:sldChg>
      <pc:sldChg chg="addSp delSp modSp add mod">
        <pc:chgData name="Sameeck Bhatia" userId="b4a12f6f-7ba8-4a8b-904f-c89b27a8a2e6" providerId="ADAL" clId="{20E0992B-21B9-4F97-9D81-584718C8CF45}" dt="2025-07-22T13:35:12.973" v="18458" actId="1035"/>
        <pc:sldMkLst>
          <pc:docMk/>
          <pc:sldMk cId="3385419713" sldId="291"/>
        </pc:sldMkLst>
      </pc:sldChg>
      <pc:sldChg chg="addSp delSp modSp add mod ord">
        <pc:chgData name="Sameeck Bhatia" userId="b4a12f6f-7ba8-4a8b-904f-c89b27a8a2e6" providerId="ADAL" clId="{20E0992B-21B9-4F97-9D81-584718C8CF45}" dt="2025-07-22T13:36:54.577" v="18582" actId="1036"/>
        <pc:sldMkLst>
          <pc:docMk/>
          <pc:sldMk cId="2981513802" sldId="292"/>
        </pc:sldMkLst>
      </pc:sldChg>
      <pc:sldChg chg="addSp delSp modSp new mod modShow modNotesTx">
        <pc:chgData name="Sameeck Bhatia" userId="b4a12f6f-7ba8-4a8b-904f-c89b27a8a2e6" providerId="ADAL" clId="{20E0992B-21B9-4F97-9D81-584718C8CF45}" dt="2025-07-25T13:20:36.051" v="21897" actId="1036"/>
        <pc:sldMkLst>
          <pc:docMk/>
          <pc:sldMk cId="1844383168" sldId="293"/>
        </pc:sldMkLst>
      </pc:sldChg>
      <pc:sldChg chg="addSp delSp modSp add mod ord modShow">
        <pc:chgData name="Sameeck Bhatia" userId="b4a12f6f-7ba8-4a8b-904f-c89b27a8a2e6" providerId="ADAL" clId="{20E0992B-21B9-4F97-9D81-584718C8CF45}" dt="2025-07-24T18:08:20.251" v="21669" actId="729"/>
        <pc:sldMkLst>
          <pc:docMk/>
          <pc:sldMk cId="4133602498" sldId="294"/>
        </pc:sldMkLst>
      </pc:sldChg>
      <pc:sldChg chg="modSp add mod ord modNotesTx">
        <pc:chgData name="Sameeck Bhatia" userId="b4a12f6f-7ba8-4a8b-904f-c89b27a8a2e6" providerId="ADAL" clId="{20E0992B-21B9-4F97-9D81-584718C8CF45}" dt="2025-07-25T13:29:58.490" v="21988" actId="20577"/>
        <pc:sldMkLst>
          <pc:docMk/>
          <pc:sldMk cId="1122461867" sldId="295"/>
        </pc:sldMkLst>
      </pc:sldChg>
      <pc:sldChg chg="delSp new del mod">
        <pc:chgData name="Sameeck Bhatia" userId="b4a12f6f-7ba8-4a8b-904f-c89b27a8a2e6" providerId="ADAL" clId="{20E0992B-21B9-4F97-9D81-584718C8CF45}" dt="2025-07-10T15:00:11.225" v="4841" actId="47"/>
        <pc:sldMkLst>
          <pc:docMk/>
          <pc:sldMk cId="2289871578" sldId="295"/>
        </pc:sldMkLst>
      </pc:sldChg>
      <pc:sldChg chg="modSp add mod ord modNotesTx">
        <pc:chgData name="Sameeck Bhatia" userId="b4a12f6f-7ba8-4a8b-904f-c89b27a8a2e6" providerId="ADAL" clId="{20E0992B-21B9-4F97-9D81-584718C8CF45}" dt="2025-07-25T13:29:47.585" v="21981" actId="20577"/>
        <pc:sldMkLst>
          <pc:docMk/>
          <pc:sldMk cId="1634366185" sldId="296"/>
        </pc:sldMkLst>
      </pc:sldChg>
      <pc:sldChg chg="addSp delSp modSp add mod ord modNotesTx">
        <pc:chgData name="Sameeck Bhatia" userId="b4a12f6f-7ba8-4a8b-904f-c89b27a8a2e6" providerId="ADAL" clId="{20E0992B-21B9-4F97-9D81-584718C8CF45}" dt="2025-07-25T13:30:12.560" v="22006" actId="20577"/>
        <pc:sldMkLst>
          <pc:docMk/>
          <pc:sldMk cId="3148198187" sldId="297"/>
        </pc:sldMkLst>
      </pc:sldChg>
      <pc:sldChg chg="addSp delSp modSp add mod ord modShow">
        <pc:chgData name="Sameeck Bhatia" userId="b4a12f6f-7ba8-4a8b-904f-c89b27a8a2e6" providerId="ADAL" clId="{20E0992B-21B9-4F97-9D81-584718C8CF45}" dt="2025-07-24T18:08:14.651" v="21668" actId="729"/>
        <pc:sldMkLst>
          <pc:docMk/>
          <pc:sldMk cId="3690012680" sldId="298"/>
        </pc:sldMkLst>
      </pc:sldChg>
      <pc:sldChg chg="addSp delSp modSp new mod ord modShow">
        <pc:chgData name="Sameeck Bhatia" userId="b4a12f6f-7ba8-4a8b-904f-c89b27a8a2e6" providerId="ADAL" clId="{20E0992B-21B9-4F97-9D81-584718C8CF45}" dt="2025-07-22T13:37:01.717" v="18591" actId="1035"/>
        <pc:sldMkLst>
          <pc:docMk/>
          <pc:sldMk cId="2713473234" sldId="299"/>
        </pc:sldMkLst>
      </pc:sldChg>
      <pc:sldChg chg="addSp delSp modSp add mod ord">
        <pc:chgData name="Sameeck Bhatia" userId="b4a12f6f-7ba8-4a8b-904f-c89b27a8a2e6" providerId="ADAL" clId="{20E0992B-21B9-4F97-9D81-584718C8CF45}" dt="2025-07-22T13:35:55.062" v="18535" actId="1035"/>
        <pc:sldMkLst>
          <pc:docMk/>
          <pc:sldMk cId="123431385" sldId="300"/>
        </pc:sldMkLst>
      </pc:sldChg>
      <pc:sldChg chg="addSp delSp modSp add mod ord">
        <pc:chgData name="Sameeck Bhatia" userId="b4a12f6f-7ba8-4a8b-904f-c89b27a8a2e6" providerId="ADAL" clId="{20E0992B-21B9-4F97-9D81-584718C8CF45}" dt="2025-07-22T13:35:51.908" v="18527" actId="1035"/>
        <pc:sldMkLst>
          <pc:docMk/>
          <pc:sldMk cId="1861817509" sldId="301"/>
        </pc:sldMkLst>
      </pc:sldChg>
      <pc:sldChg chg="add del">
        <pc:chgData name="Sameeck Bhatia" userId="b4a12f6f-7ba8-4a8b-904f-c89b27a8a2e6" providerId="ADAL" clId="{20E0992B-21B9-4F97-9D81-584718C8CF45}" dt="2025-07-11T16:10:17.958" v="6341"/>
        <pc:sldMkLst>
          <pc:docMk/>
          <pc:sldMk cId="1404597987" sldId="302"/>
        </pc:sldMkLst>
      </pc:sldChg>
      <pc:sldChg chg="addSp delSp modSp add mod modShow">
        <pc:chgData name="Sameeck Bhatia" userId="b4a12f6f-7ba8-4a8b-904f-c89b27a8a2e6" providerId="ADAL" clId="{20E0992B-21B9-4F97-9D81-584718C8CF45}" dt="2025-07-24T18:10:18.185" v="21675" actId="729"/>
        <pc:sldMkLst>
          <pc:docMk/>
          <pc:sldMk cId="2610596920" sldId="302"/>
        </pc:sldMkLst>
      </pc:sldChg>
      <pc:sldChg chg="addSp modSp add mod ord">
        <pc:chgData name="Sameeck Bhatia" userId="b4a12f6f-7ba8-4a8b-904f-c89b27a8a2e6" providerId="ADAL" clId="{20E0992B-21B9-4F97-9D81-584718C8CF45}" dt="2025-07-22T13:36:50.900" v="18579" actId="1036"/>
        <pc:sldMkLst>
          <pc:docMk/>
          <pc:sldMk cId="2696223750" sldId="303"/>
        </pc:sldMkLst>
      </pc:sldChg>
      <pc:sldChg chg="modSp add mod modShow modNotesTx">
        <pc:chgData name="Sameeck Bhatia" userId="b4a12f6f-7ba8-4a8b-904f-c89b27a8a2e6" providerId="ADAL" clId="{20E0992B-21B9-4F97-9D81-584718C8CF45}" dt="2025-07-25T13:30:44.311" v="22031" actId="20577"/>
        <pc:sldMkLst>
          <pc:docMk/>
          <pc:sldMk cId="865700700" sldId="304"/>
        </pc:sldMkLst>
      </pc:sldChg>
      <pc:sldChg chg="addSp delSp modSp add mod modNotesTx">
        <pc:chgData name="Sameeck Bhatia" userId="b4a12f6f-7ba8-4a8b-904f-c89b27a8a2e6" providerId="ADAL" clId="{20E0992B-21B9-4F97-9D81-584718C8CF45}" dt="2025-07-25T13:20:31.337" v="21896" actId="1035"/>
        <pc:sldMkLst>
          <pc:docMk/>
          <pc:sldMk cId="4258444852" sldId="305"/>
        </pc:sldMkLst>
      </pc:sldChg>
      <pc:sldChg chg="addSp delSp modSp add mod modNotesTx">
        <pc:chgData name="Sameeck Bhatia" userId="b4a12f6f-7ba8-4a8b-904f-c89b27a8a2e6" providerId="ADAL" clId="{20E0992B-21B9-4F97-9D81-584718C8CF45}" dt="2025-07-25T13:20:27.827" v="21890" actId="1035"/>
        <pc:sldMkLst>
          <pc:docMk/>
          <pc:sldMk cId="3670198266" sldId="306"/>
        </pc:sldMkLst>
      </pc:sldChg>
      <pc:sldChg chg="modSp add mod">
        <pc:chgData name="Sameeck Bhatia" userId="b4a12f6f-7ba8-4a8b-904f-c89b27a8a2e6" providerId="ADAL" clId="{20E0992B-21B9-4F97-9D81-584718C8CF45}" dt="2025-07-18T15:16:44.019" v="14011" actId="20577"/>
        <pc:sldMkLst>
          <pc:docMk/>
          <pc:sldMk cId="726436713" sldId="307"/>
        </pc:sldMkLst>
      </pc:sldChg>
      <pc:sldChg chg="addSp delSp modSp add del mod">
        <pc:chgData name="Sameeck Bhatia" userId="b4a12f6f-7ba8-4a8b-904f-c89b27a8a2e6" providerId="ADAL" clId="{20E0992B-21B9-4F97-9D81-584718C8CF45}" dt="2025-07-14T18:13:47.430" v="8585" actId="47"/>
        <pc:sldMkLst>
          <pc:docMk/>
          <pc:sldMk cId="1107835294" sldId="308"/>
        </pc:sldMkLst>
      </pc:sldChg>
      <pc:sldChg chg="delSp modSp add del mod ord">
        <pc:chgData name="Sameeck Bhatia" userId="b4a12f6f-7ba8-4a8b-904f-c89b27a8a2e6" providerId="ADAL" clId="{20E0992B-21B9-4F97-9D81-584718C8CF45}" dt="2025-07-14T15:51:10.745" v="7093" actId="2696"/>
        <pc:sldMkLst>
          <pc:docMk/>
          <pc:sldMk cId="2399974702" sldId="308"/>
        </pc:sldMkLst>
      </pc:sldChg>
      <pc:sldChg chg="add del">
        <pc:chgData name="Sameeck Bhatia" userId="b4a12f6f-7ba8-4a8b-904f-c89b27a8a2e6" providerId="ADAL" clId="{20E0992B-21B9-4F97-9D81-584718C8CF45}" dt="2025-07-14T15:51:17.047" v="7096" actId="47"/>
        <pc:sldMkLst>
          <pc:docMk/>
          <pc:sldMk cId="624994007" sldId="309"/>
        </pc:sldMkLst>
      </pc:sldChg>
      <pc:sldChg chg="addSp delSp modSp add mod">
        <pc:chgData name="Sameeck Bhatia" userId="b4a12f6f-7ba8-4a8b-904f-c89b27a8a2e6" providerId="ADAL" clId="{20E0992B-21B9-4F97-9D81-584718C8CF45}" dt="2025-07-22T14:57:36.620" v="19296" actId="20577"/>
        <pc:sldMkLst>
          <pc:docMk/>
          <pc:sldMk cId="1630794410" sldId="310"/>
        </pc:sldMkLst>
      </pc:sldChg>
      <pc:sldChg chg="addSp delSp modSp add mod modShow">
        <pc:chgData name="Sameeck Bhatia" userId="b4a12f6f-7ba8-4a8b-904f-c89b27a8a2e6" providerId="ADAL" clId="{20E0992B-21B9-4F97-9D81-584718C8CF45}" dt="2025-07-24T17:52:01.457" v="20127" actId="20577"/>
        <pc:sldMkLst>
          <pc:docMk/>
          <pc:sldMk cId="1515335304" sldId="311"/>
        </pc:sldMkLst>
      </pc:sldChg>
      <pc:sldChg chg="addSp delSp modSp add mod">
        <pc:chgData name="Sameeck Bhatia" userId="b4a12f6f-7ba8-4a8b-904f-c89b27a8a2e6" providerId="ADAL" clId="{20E0992B-21B9-4F97-9D81-584718C8CF45}" dt="2025-07-22T13:35:10.032" v="18455" actId="1035"/>
        <pc:sldMkLst>
          <pc:docMk/>
          <pc:sldMk cId="3420488203" sldId="312"/>
        </pc:sldMkLst>
      </pc:sldChg>
      <pc:sldChg chg="modSp add mod">
        <pc:chgData name="Sameeck Bhatia" userId="b4a12f6f-7ba8-4a8b-904f-c89b27a8a2e6" providerId="ADAL" clId="{20E0992B-21B9-4F97-9D81-584718C8CF45}" dt="2025-07-22T14:54:07.347" v="19156" actId="20577"/>
        <pc:sldMkLst>
          <pc:docMk/>
          <pc:sldMk cId="372757649" sldId="313"/>
        </pc:sldMkLst>
      </pc:sldChg>
      <pc:sldChg chg="addSp delSp modSp add mod">
        <pc:chgData name="Sameeck Bhatia" userId="b4a12f6f-7ba8-4a8b-904f-c89b27a8a2e6" providerId="ADAL" clId="{20E0992B-21B9-4F97-9D81-584718C8CF45}" dt="2025-07-22T14:59:08.645" v="19316" actId="20577"/>
        <pc:sldMkLst>
          <pc:docMk/>
          <pc:sldMk cId="3211589390" sldId="314"/>
        </pc:sldMkLst>
      </pc:sldChg>
      <pc:sldChg chg="addSp delSp modSp add mod ord modShow">
        <pc:chgData name="Sameeck Bhatia" userId="b4a12f6f-7ba8-4a8b-904f-c89b27a8a2e6" providerId="ADAL" clId="{20E0992B-21B9-4F97-9D81-584718C8CF45}" dt="2025-07-22T13:35:43.963" v="18514" actId="1035"/>
        <pc:sldMkLst>
          <pc:docMk/>
          <pc:sldMk cId="1647004827" sldId="315"/>
        </pc:sldMkLst>
      </pc:sldChg>
      <pc:sldChg chg="del">
        <pc:chgData name="Sameeck Bhatia" userId="b4a12f6f-7ba8-4a8b-904f-c89b27a8a2e6" providerId="ADAL" clId="{20E0992B-21B9-4F97-9D81-584718C8CF45}" dt="2025-07-18T15:16:50.299" v="14013" actId="47"/>
        <pc:sldMkLst>
          <pc:docMk/>
          <pc:sldMk cId="188447598" sldId="316"/>
        </pc:sldMkLst>
      </pc:sldChg>
      <pc:sldChg chg="new del">
        <pc:chgData name="Sameeck Bhatia" userId="b4a12f6f-7ba8-4a8b-904f-c89b27a8a2e6" providerId="ADAL" clId="{20E0992B-21B9-4F97-9D81-584718C8CF45}" dt="2025-07-15T16:01:25.909" v="11463" actId="680"/>
        <pc:sldMkLst>
          <pc:docMk/>
          <pc:sldMk cId="327378008" sldId="316"/>
        </pc:sldMkLst>
      </pc:sldChg>
      <pc:sldChg chg="addSp delSp modSp add del mod modShow">
        <pc:chgData name="Sameeck Bhatia" userId="b4a12f6f-7ba8-4a8b-904f-c89b27a8a2e6" providerId="ADAL" clId="{20E0992B-21B9-4F97-9D81-584718C8CF45}" dt="2025-07-23T20:49:56.166" v="19738" actId="20577"/>
        <pc:sldMkLst>
          <pc:docMk/>
          <pc:sldMk cId="3336476817" sldId="317"/>
        </pc:sldMkLst>
      </pc:sldChg>
      <pc:sldChg chg="addSp delSp modSp add del mod modShow modNotesTx">
        <pc:chgData name="Sameeck Bhatia" userId="b4a12f6f-7ba8-4a8b-904f-c89b27a8a2e6" providerId="ADAL" clId="{20E0992B-21B9-4F97-9D81-584718C8CF45}" dt="2025-07-24T18:09:15.064" v="21673" actId="6549"/>
        <pc:sldMkLst>
          <pc:docMk/>
          <pc:sldMk cId="3381895483" sldId="318"/>
        </pc:sldMkLst>
      </pc:sldChg>
      <pc:sldChg chg="addSp delSp modSp add mod modShow">
        <pc:chgData name="Sameeck Bhatia" userId="b4a12f6f-7ba8-4a8b-904f-c89b27a8a2e6" providerId="ADAL" clId="{20E0992B-21B9-4F97-9D81-584718C8CF45}" dt="2025-07-24T18:08:07.860" v="21667" actId="729"/>
        <pc:sldMkLst>
          <pc:docMk/>
          <pc:sldMk cId="1012204797" sldId="319"/>
        </pc:sldMkLst>
      </pc:sldChg>
      <pc:sldChg chg="addSp delSp modSp add mod modShow">
        <pc:chgData name="Sameeck Bhatia" userId="b4a12f6f-7ba8-4a8b-904f-c89b27a8a2e6" providerId="ADAL" clId="{20E0992B-21B9-4F97-9D81-584718C8CF45}" dt="2025-07-24T18:08:14.651" v="21668" actId="729"/>
        <pc:sldMkLst>
          <pc:docMk/>
          <pc:sldMk cId="703909001" sldId="320"/>
        </pc:sldMkLst>
      </pc:sldChg>
      <pc:sldChg chg="addSp delSp modSp add del mod">
        <pc:chgData name="Sameeck Bhatia" userId="b4a12f6f-7ba8-4a8b-904f-c89b27a8a2e6" providerId="ADAL" clId="{20E0992B-21B9-4F97-9D81-584718C8CF45}" dt="2025-07-16T17:35:59.327" v="12360" actId="47"/>
        <pc:sldMkLst>
          <pc:docMk/>
          <pc:sldMk cId="3954921473" sldId="321"/>
        </pc:sldMkLst>
      </pc:sldChg>
      <pc:sldChg chg="addSp delSp modSp add del mod">
        <pc:chgData name="Sameeck Bhatia" userId="b4a12f6f-7ba8-4a8b-904f-c89b27a8a2e6" providerId="ADAL" clId="{20E0992B-21B9-4F97-9D81-584718C8CF45}" dt="2025-07-22T13:36:43.566" v="18573" actId="1035"/>
        <pc:sldMkLst>
          <pc:docMk/>
          <pc:sldMk cId="1236330865" sldId="322"/>
        </pc:sldMkLst>
      </pc:sldChg>
      <pc:sldChg chg="addSp delSp modSp add mod">
        <pc:chgData name="Sameeck Bhatia" userId="b4a12f6f-7ba8-4a8b-904f-c89b27a8a2e6" providerId="ADAL" clId="{20E0992B-21B9-4F97-9D81-584718C8CF45}" dt="2025-07-22T13:37:06.201" v="18598" actId="1035"/>
        <pc:sldMkLst>
          <pc:docMk/>
          <pc:sldMk cId="1204558345" sldId="323"/>
        </pc:sldMkLst>
      </pc:sldChg>
      <pc:sldChg chg="add del">
        <pc:chgData name="Sameeck Bhatia" userId="b4a12f6f-7ba8-4a8b-904f-c89b27a8a2e6" providerId="ADAL" clId="{20E0992B-21B9-4F97-9D81-584718C8CF45}" dt="2025-07-16T18:41:10.871" v="12440" actId="2696"/>
        <pc:sldMkLst>
          <pc:docMk/>
          <pc:sldMk cId="1299653560" sldId="323"/>
        </pc:sldMkLst>
      </pc:sldChg>
      <pc:sldChg chg="addSp delSp modSp add mod">
        <pc:chgData name="Sameeck Bhatia" userId="b4a12f6f-7ba8-4a8b-904f-c89b27a8a2e6" providerId="ADAL" clId="{20E0992B-21B9-4F97-9D81-584718C8CF45}" dt="2025-07-25T14:46:56.603" v="22195"/>
        <pc:sldMkLst>
          <pc:docMk/>
          <pc:sldMk cId="2626496462" sldId="324"/>
        </pc:sldMkLst>
      </pc:sldChg>
      <pc:sldChg chg="addSp delSp modSp add mod">
        <pc:chgData name="Sameeck Bhatia" userId="b4a12f6f-7ba8-4a8b-904f-c89b27a8a2e6" providerId="ADAL" clId="{20E0992B-21B9-4F97-9D81-584718C8CF45}" dt="2025-07-25T14:46:53.064" v="22194"/>
        <pc:sldMkLst>
          <pc:docMk/>
          <pc:sldMk cId="2368164544" sldId="325"/>
        </pc:sldMkLst>
      </pc:sldChg>
      <pc:sldChg chg="addSp delSp modSp add mod">
        <pc:chgData name="Sameeck Bhatia" userId="b4a12f6f-7ba8-4a8b-904f-c89b27a8a2e6" providerId="ADAL" clId="{20E0992B-21B9-4F97-9D81-584718C8CF45}" dt="2025-07-25T14:46:47.454" v="22193" actId="572"/>
        <pc:sldMkLst>
          <pc:docMk/>
          <pc:sldMk cId="1054278805" sldId="326"/>
        </pc:sldMkLst>
      </pc:sldChg>
      <pc:sldChg chg="addSp delSp modSp new mod">
        <pc:chgData name="Sameeck Bhatia" userId="b4a12f6f-7ba8-4a8b-904f-c89b27a8a2e6" providerId="ADAL" clId="{20E0992B-21B9-4F97-9D81-584718C8CF45}" dt="2025-07-24T17:51:56.652" v="20115" actId="20577"/>
        <pc:sldMkLst>
          <pc:docMk/>
          <pc:sldMk cId="3496516302" sldId="327"/>
        </pc:sldMkLst>
      </pc:sldChg>
      <pc:sldChg chg="modSp add mod">
        <pc:chgData name="Sameeck Bhatia" userId="b4a12f6f-7ba8-4a8b-904f-c89b27a8a2e6" providerId="ADAL" clId="{20E0992B-21B9-4F97-9D81-584718C8CF45}" dt="2025-07-18T15:18:51.988" v="14050" actId="122"/>
        <pc:sldMkLst>
          <pc:docMk/>
          <pc:sldMk cId="4176072266" sldId="328"/>
        </pc:sldMkLst>
      </pc:sldChg>
      <pc:sldChg chg="addSp delSp modSp add del">
        <pc:chgData name="Sameeck Bhatia" userId="b4a12f6f-7ba8-4a8b-904f-c89b27a8a2e6" providerId="ADAL" clId="{20E0992B-21B9-4F97-9D81-584718C8CF45}" dt="2025-07-21T15:26:30.075" v="16424" actId="47"/>
        <pc:sldMkLst>
          <pc:docMk/>
          <pc:sldMk cId="2882244688" sldId="329"/>
        </pc:sldMkLst>
      </pc:sldChg>
      <pc:sldChg chg="addSp delSp modSp new mod">
        <pc:chgData name="Sameeck Bhatia" userId="b4a12f6f-7ba8-4a8b-904f-c89b27a8a2e6" providerId="ADAL" clId="{20E0992B-21B9-4F97-9D81-584718C8CF45}" dt="2025-07-23T20:49:41.755" v="19731" actId="20577"/>
        <pc:sldMkLst>
          <pc:docMk/>
          <pc:sldMk cId="4103558076" sldId="330"/>
        </pc:sldMkLst>
      </pc:sldChg>
      <pc:sldChg chg="addSp delSp modSp add del mod">
        <pc:chgData name="Sameeck Bhatia" userId="b4a12f6f-7ba8-4a8b-904f-c89b27a8a2e6" providerId="ADAL" clId="{20E0992B-21B9-4F97-9D81-584718C8CF45}" dt="2025-07-18T16:29:59.409" v="14810" actId="2696"/>
        <pc:sldMkLst>
          <pc:docMk/>
          <pc:sldMk cId="140608389" sldId="331"/>
        </pc:sldMkLst>
      </pc:sldChg>
      <pc:sldChg chg="addSp delSp modSp add mod">
        <pc:chgData name="Sameeck Bhatia" userId="b4a12f6f-7ba8-4a8b-904f-c89b27a8a2e6" providerId="ADAL" clId="{20E0992B-21B9-4F97-9D81-584718C8CF45}" dt="2025-07-23T20:49:47.950" v="19735" actId="20577"/>
        <pc:sldMkLst>
          <pc:docMk/>
          <pc:sldMk cId="3966926585" sldId="331"/>
        </pc:sldMkLst>
      </pc:sldChg>
      <pc:sldChg chg="addSp delSp modSp add mod">
        <pc:chgData name="Sameeck Bhatia" userId="b4a12f6f-7ba8-4a8b-904f-c89b27a8a2e6" providerId="ADAL" clId="{20E0992B-21B9-4F97-9D81-584718C8CF45}" dt="2025-07-23T20:50:00.290" v="19741" actId="20577"/>
        <pc:sldMkLst>
          <pc:docMk/>
          <pc:sldMk cId="3667465428" sldId="332"/>
        </pc:sldMkLst>
      </pc:sldChg>
      <pc:sldChg chg="addSp delSp modSp add mod">
        <pc:chgData name="Sameeck Bhatia" userId="b4a12f6f-7ba8-4a8b-904f-c89b27a8a2e6" providerId="ADAL" clId="{20E0992B-21B9-4F97-9D81-584718C8CF45}" dt="2025-07-23T20:47:58.033" v="19724" actId="20577"/>
        <pc:sldMkLst>
          <pc:docMk/>
          <pc:sldMk cId="3269732493" sldId="333"/>
        </pc:sldMkLst>
      </pc:sldChg>
      <pc:sldChg chg="modSp add mod modNotesTx">
        <pc:chgData name="Sameeck Bhatia" userId="b4a12f6f-7ba8-4a8b-904f-c89b27a8a2e6" providerId="ADAL" clId="{20E0992B-21B9-4F97-9D81-584718C8CF45}" dt="2025-07-25T13:30:54.952" v="22041" actId="20577"/>
        <pc:sldMkLst>
          <pc:docMk/>
          <pc:sldMk cId="1213907869" sldId="334"/>
        </pc:sldMkLst>
      </pc:sldChg>
      <pc:sldChg chg="modSp add mod modNotesTx">
        <pc:chgData name="Sameeck Bhatia" userId="b4a12f6f-7ba8-4a8b-904f-c89b27a8a2e6" providerId="ADAL" clId="{20E0992B-21B9-4F97-9D81-584718C8CF45}" dt="2025-07-25T13:31:01.131" v="22046" actId="20577"/>
        <pc:sldMkLst>
          <pc:docMk/>
          <pc:sldMk cId="1067499928" sldId="335"/>
        </pc:sldMkLst>
      </pc:sldChg>
      <pc:sldChg chg="addSp modSp new mod">
        <pc:chgData name="Sameeck Bhatia" userId="b4a12f6f-7ba8-4a8b-904f-c89b27a8a2e6" providerId="ADAL" clId="{20E0992B-21B9-4F97-9D81-584718C8CF45}" dt="2025-07-22T13:38:22.035" v="18639" actId="1035"/>
        <pc:sldMkLst>
          <pc:docMk/>
          <pc:sldMk cId="3053561638" sldId="336"/>
        </pc:sldMkLst>
      </pc:sldChg>
      <pc:sldChg chg="addSp modSp new mod">
        <pc:chgData name="Sameeck Bhatia" userId="b4a12f6f-7ba8-4a8b-904f-c89b27a8a2e6" providerId="ADAL" clId="{20E0992B-21B9-4F97-9D81-584718C8CF45}" dt="2025-07-22T13:38:27.064" v="18644" actId="1035"/>
        <pc:sldMkLst>
          <pc:docMk/>
          <pc:sldMk cId="4113795440" sldId="337"/>
        </pc:sldMkLst>
      </pc:sldChg>
      <pc:sldChg chg="modSp add mod modNotesTx">
        <pc:chgData name="Sameeck Bhatia" userId="b4a12f6f-7ba8-4a8b-904f-c89b27a8a2e6" providerId="ADAL" clId="{20E0992B-21B9-4F97-9D81-584718C8CF45}" dt="2025-07-25T13:30:48.863" v="22036" actId="20577"/>
        <pc:sldMkLst>
          <pc:docMk/>
          <pc:sldMk cId="204562960" sldId="338"/>
        </pc:sldMkLst>
      </pc:sldChg>
      <pc:sldChg chg="addSp delSp modSp new mod">
        <pc:chgData name="Sameeck Bhatia" userId="b4a12f6f-7ba8-4a8b-904f-c89b27a8a2e6" providerId="ADAL" clId="{20E0992B-21B9-4F97-9D81-584718C8CF45}" dt="2025-07-25T14:42:39.633" v="22088" actId="1037"/>
        <pc:sldMkLst>
          <pc:docMk/>
          <pc:sldMk cId="3265796111" sldId="339"/>
        </pc:sldMkLst>
      </pc:sldChg>
      <pc:sldChg chg="addSp delSp modSp add mod">
        <pc:chgData name="Sameeck Bhatia" userId="b4a12f6f-7ba8-4a8b-904f-c89b27a8a2e6" providerId="ADAL" clId="{20E0992B-21B9-4F97-9D81-584718C8CF45}" dt="2025-07-25T14:43:59.337" v="22091" actId="20577"/>
        <pc:sldMkLst>
          <pc:docMk/>
          <pc:sldMk cId="3900532173" sldId="340"/>
        </pc:sldMkLst>
      </pc:sldChg>
      <pc:sldChg chg="addSp delSp modSp new mod">
        <pc:chgData name="Sameeck Bhatia" userId="b4a12f6f-7ba8-4a8b-904f-c89b27a8a2e6" providerId="ADAL" clId="{20E0992B-21B9-4F97-9D81-584718C8CF45}" dt="2025-07-25T14:43:54.773" v="22090" actId="20577"/>
        <pc:sldMkLst>
          <pc:docMk/>
          <pc:sldMk cId="3434847678" sldId="341"/>
        </pc:sldMkLst>
      </pc:sldChg>
      <pc:sldChg chg="modSp mod ord">
        <pc:chgData name="Sameeck Bhatia" userId="b4a12f6f-7ba8-4a8b-904f-c89b27a8a2e6" providerId="ADAL" clId="{20E0992B-21B9-4F97-9D81-584718C8CF45}" dt="2025-07-25T16:13:39.340" v="22199"/>
        <pc:sldMkLst>
          <pc:docMk/>
          <pc:sldMk cId="304228026" sldId="342"/>
        </pc:sldMkLst>
      </pc:sldChg>
      <pc:sldChg chg="addSp delSp modSp mod">
        <pc:chgData name="Sameeck Bhatia" userId="b4a12f6f-7ba8-4a8b-904f-c89b27a8a2e6" providerId="ADAL" clId="{20E0992B-21B9-4F97-9D81-584718C8CF45}" dt="2025-07-25T13:20:41.790" v="21903" actId="1035"/>
        <pc:sldMkLst>
          <pc:docMk/>
          <pc:sldMk cId="2483652089" sldId="343"/>
        </pc:sldMkLst>
      </pc:sldChg>
      <pc:sldChg chg="modSp mod">
        <pc:chgData name="Sameeck Bhatia" userId="b4a12f6f-7ba8-4a8b-904f-c89b27a8a2e6" providerId="ADAL" clId="{20E0992B-21B9-4F97-9D81-584718C8CF45}" dt="2025-07-25T16:14:21.682" v="22200" actId="948"/>
        <pc:sldMkLst>
          <pc:docMk/>
          <pc:sldMk cId="687714061" sldId="344"/>
        </pc:sldMkLst>
      </pc:sldChg>
      <pc:sldChg chg="modSp mod">
        <pc:chgData name="Sameeck Bhatia" userId="b4a12f6f-7ba8-4a8b-904f-c89b27a8a2e6" providerId="ADAL" clId="{20E0992B-21B9-4F97-9D81-584718C8CF45}" dt="2025-07-25T14:52:55.327" v="22196" actId="948"/>
        <pc:sldMkLst>
          <pc:docMk/>
          <pc:sldMk cId="3841905622" sldId="347"/>
        </pc:sldMkLst>
      </pc:sldChg>
      <pc:sldChg chg="modSp mod modNotesTx">
        <pc:chgData name="Sameeck Bhatia" userId="b4a12f6f-7ba8-4a8b-904f-c89b27a8a2e6" providerId="ADAL" clId="{20E0992B-21B9-4F97-9D81-584718C8CF45}" dt="2025-07-25T14:53:02.032" v="22197" actId="948"/>
        <pc:sldMkLst>
          <pc:docMk/>
          <pc:sldMk cId="2201649967" sldId="348"/>
        </pc:sldMkLst>
      </pc:sldChg>
      <pc:sldChg chg="modNotesTx">
        <pc:chgData name="Sameeck Bhatia" userId="b4a12f6f-7ba8-4a8b-904f-c89b27a8a2e6" providerId="ADAL" clId="{20E0992B-21B9-4F97-9D81-584718C8CF45}" dt="2025-07-25T13:07:40.572" v="21848" actId="20577"/>
        <pc:sldMkLst>
          <pc:docMk/>
          <pc:sldMk cId="2917247673" sldId="349"/>
        </pc:sldMkLst>
      </pc:sldChg>
      <pc:sldChg chg="modNotesTx">
        <pc:chgData name="Sameeck Bhatia" userId="b4a12f6f-7ba8-4a8b-904f-c89b27a8a2e6" providerId="ADAL" clId="{20E0992B-21B9-4F97-9D81-584718C8CF45}" dt="2025-07-25T13:31:26.331" v="22073" actId="20577"/>
        <pc:sldMkLst>
          <pc:docMk/>
          <pc:sldMk cId="3906672030" sldId="350"/>
        </pc:sldMkLst>
      </pc:sldChg>
      <pc:sldMasterChg chg="delSldLayout">
        <pc:chgData name="Sameeck Bhatia" userId="b4a12f6f-7ba8-4a8b-904f-c89b27a8a2e6" providerId="ADAL" clId="{20E0992B-21B9-4F97-9D81-584718C8CF45}" dt="2025-07-08T17:51:31.879" v="2325" actId="47"/>
        <pc:sldMasterMkLst>
          <pc:docMk/>
          <pc:sldMasterMk cId="4054897265" sldId="2147483660"/>
        </pc:sldMasterMkLst>
        <pc:sldLayoutChg chg="del">
          <pc:chgData name="Sameeck Bhatia" userId="b4a12f6f-7ba8-4a8b-904f-c89b27a8a2e6" providerId="ADAL" clId="{20E0992B-21B9-4F97-9D81-584718C8CF45}" dt="2025-07-08T17:51:31.879" v="2325" actId="47"/>
          <pc:sldLayoutMkLst>
            <pc:docMk/>
            <pc:sldMasterMk cId="4054897265" sldId="2147483660"/>
            <pc:sldLayoutMk cId="1887680658" sldId="2147483671"/>
          </pc:sldLayoutMkLst>
        </pc:sldLayoutChg>
      </pc:sldMasterChg>
    </pc:docChg>
  </pc:docChgLst>
  <pc:docChgLst>
    <pc:chgData name="Sameeck Bhatia" userId="b4a12f6f-7ba8-4a8b-904f-c89b27a8a2e6" providerId="ADAL" clId="{8D48C32D-6D94-4071-BC5A-98AFBDE63219}"/>
    <pc:docChg chg="undo custSel addSld delSld modSld sldOrd">
      <pc:chgData name="Sameeck Bhatia" userId="b4a12f6f-7ba8-4a8b-904f-c89b27a8a2e6" providerId="ADAL" clId="{8D48C32D-6D94-4071-BC5A-98AFBDE63219}" dt="2025-09-25T14:27:50.357" v="522" actId="1037"/>
      <pc:docMkLst>
        <pc:docMk/>
      </pc:docMkLst>
      <pc:sldChg chg="addSp delSp modSp">
        <pc:chgData name="Sameeck Bhatia" userId="b4a12f6f-7ba8-4a8b-904f-c89b27a8a2e6" providerId="ADAL" clId="{8D48C32D-6D94-4071-BC5A-98AFBDE63219}" dt="2025-09-24T15:20:07.768" v="230" actId="478"/>
        <pc:sldMkLst>
          <pc:docMk/>
          <pc:sldMk cId="3900532173" sldId="340"/>
        </pc:sldMkLst>
        <pc:picChg chg="add mod">
          <ac:chgData name="Sameeck Bhatia" userId="b4a12f6f-7ba8-4a8b-904f-c89b27a8a2e6" providerId="ADAL" clId="{8D48C32D-6D94-4071-BC5A-98AFBDE63219}" dt="2025-09-24T15:20:05.996" v="229" actId="167"/>
          <ac:picMkLst>
            <pc:docMk/>
            <pc:sldMk cId="3900532173" sldId="340"/>
            <ac:picMk id="2050" creationId="{B9777FF9-675F-9994-902C-94A747E85257}"/>
          </ac:picMkLst>
        </pc:picChg>
        <pc:picChg chg="del">
          <ac:chgData name="Sameeck Bhatia" userId="b4a12f6f-7ba8-4a8b-904f-c89b27a8a2e6" providerId="ADAL" clId="{8D48C32D-6D94-4071-BC5A-98AFBDE63219}" dt="2025-09-24T15:20:07.768" v="230" actId="478"/>
          <ac:picMkLst>
            <pc:docMk/>
            <pc:sldMk cId="3900532173" sldId="340"/>
            <ac:picMk id="11268" creationId="{FB51BB18-3819-2193-3844-B8F674E4928E}"/>
          </ac:picMkLst>
        </pc:picChg>
      </pc:sldChg>
      <pc:sldChg chg="modSp ord">
        <pc:chgData name="Sameeck Bhatia" userId="b4a12f6f-7ba8-4a8b-904f-c89b27a8a2e6" providerId="ADAL" clId="{8D48C32D-6D94-4071-BC5A-98AFBDE63219}" dt="2025-09-24T15:50:10.054" v="470"/>
        <pc:sldMkLst>
          <pc:docMk/>
          <pc:sldMk cId="2483652089" sldId="343"/>
        </pc:sldMkLst>
        <pc:spChg chg="mod">
          <ac:chgData name="Sameeck Bhatia" userId="b4a12f6f-7ba8-4a8b-904f-c89b27a8a2e6" providerId="ADAL" clId="{8D48C32D-6D94-4071-BC5A-98AFBDE63219}" dt="2025-09-24T15:50:10.054" v="470"/>
          <ac:spMkLst>
            <pc:docMk/>
            <pc:sldMk cId="2483652089" sldId="343"/>
            <ac:spMk id="2" creationId="{F43CA0C6-34F9-094A-4311-22A004FE86F4}"/>
          </ac:spMkLst>
        </pc:spChg>
      </pc:sldChg>
      <pc:sldChg chg="addSp delSp modSp new mod ord">
        <pc:chgData name="Sameeck Bhatia" userId="b4a12f6f-7ba8-4a8b-904f-c89b27a8a2e6" providerId="ADAL" clId="{8D48C32D-6D94-4071-BC5A-98AFBDE63219}" dt="2025-09-25T14:27:18.872" v="505" actId="21"/>
        <pc:sldMkLst>
          <pc:docMk/>
          <pc:sldMk cId="485139196" sldId="351"/>
        </pc:sldMkLst>
        <pc:spChg chg="mod">
          <ac:chgData name="Sameeck Bhatia" userId="b4a12f6f-7ba8-4a8b-904f-c89b27a8a2e6" providerId="ADAL" clId="{8D48C32D-6D94-4071-BC5A-98AFBDE63219}" dt="2025-09-24T15:50:03.183" v="468"/>
          <ac:spMkLst>
            <pc:docMk/>
            <pc:sldMk cId="485139196" sldId="351"/>
            <ac:spMk id="2" creationId="{E41051E4-AFD9-D3C8-3958-F2FAE9C143EF}"/>
          </ac:spMkLst>
        </pc:spChg>
        <pc:spChg chg="add mod">
          <ac:chgData name="Sameeck Bhatia" userId="b4a12f6f-7ba8-4a8b-904f-c89b27a8a2e6" providerId="ADAL" clId="{8D48C32D-6D94-4071-BC5A-98AFBDE63219}" dt="2025-09-24T15:48:51.757" v="456" actId="1038"/>
          <ac:spMkLst>
            <pc:docMk/>
            <pc:sldMk cId="485139196" sldId="351"/>
            <ac:spMk id="3" creationId="{7ABDD10C-AA20-4FA2-E4D7-0CB966D112AD}"/>
          </ac:spMkLst>
        </pc:spChg>
        <pc:spChg chg="add del mod">
          <ac:chgData name="Sameeck Bhatia" userId="b4a12f6f-7ba8-4a8b-904f-c89b27a8a2e6" providerId="ADAL" clId="{8D48C32D-6D94-4071-BC5A-98AFBDE63219}" dt="2025-09-24T15:48:33.396" v="451" actId="478"/>
          <ac:spMkLst>
            <pc:docMk/>
            <pc:sldMk cId="485139196" sldId="351"/>
            <ac:spMk id="4" creationId="{8BC4CBED-CE2F-B948-3330-5854DECC5C5A}"/>
          </ac:spMkLst>
        </pc:spChg>
        <pc:spChg chg="add mod">
          <ac:chgData name="Sameeck Bhatia" userId="b4a12f6f-7ba8-4a8b-904f-c89b27a8a2e6" providerId="ADAL" clId="{8D48C32D-6D94-4071-BC5A-98AFBDE63219}" dt="2025-09-25T14:27:14.772" v="499" actId="1038"/>
          <ac:spMkLst>
            <pc:docMk/>
            <pc:sldMk cId="485139196" sldId="351"/>
            <ac:spMk id="5" creationId="{2E44A449-140A-52C5-73E9-A34661338E83}"/>
          </ac:spMkLst>
        </pc:spChg>
        <pc:picChg chg="add del mod">
          <ac:chgData name="Sameeck Bhatia" userId="b4a12f6f-7ba8-4a8b-904f-c89b27a8a2e6" providerId="ADAL" clId="{8D48C32D-6D94-4071-BC5A-98AFBDE63219}" dt="2025-09-25T14:27:18.872" v="505" actId="21"/>
          <ac:picMkLst>
            <pc:docMk/>
            <pc:sldMk cId="485139196" sldId="351"/>
            <ac:picMk id="1026" creationId="{0A1C260C-23CF-10EF-C4FF-AE9B737B89D0}"/>
          </ac:picMkLst>
        </pc:picChg>
        <pc:picChg chg="add del mod">
          <ac:chgData name="Sameeck Bhatia" userId="b4a12f6f-7ba8-4a8b-904f-c89b27a8a2e6" providerId="ADAL" clId="{8D48C32D-6D94-4071-BC5A-98AFBDE63219}" dt="2025-09-25T14:27:15.147" v="500" actId="478"/>
          <ac:picMkLst>
            <pc:docMk/>
            <pc:sldMk cId="485139196" sldId="351"/>
            <ac:picMk id="1028" creationId="{35B80504-6471-BBDC-B312-0951BCE38A56}"/>
          </ac:picMkLst>
        </pc:picChg>
      </pc:sldChg>
      <pc:sldChg chg="addSp delSp modSp add mod ord">
        <pc:chgData name="Sameeck Bhatia" userId="b4a12f6f-7ba8-4a8b-904f-c89b27a8a2e6" providerId="ADAL" clId="{8D48C32D-6D94-4071-BC5A-98AFBDE63219}" dt="2025-09-25T14:27:50.357" v="522" actId="1037"/>
        <pc:sldMkLst>
          <pc:docMk/>
          <pc:sldMk cId="4105845204" sldId="352"/>
        </pc:sldMkLst>
        <pc:spChg chg="mod">
          <ac:chgData name="Sameeck Bhatia" userId="b4a12f6f-7ba8-4a8b-904f-c89b27a8a2e6" providerId="ADAL" clId="{8D48C32D-6D94-4071-BC5A-98AFBDE63219}" dt="2025-09-24T15:50:04.622" v="469"/>
          <ac:spMkLst>
            <pc:docMk/>
            <pc:sldMk cId="4105845204" sldId="352"/>
            <ac:spMk id="2" creationId="{48F5E572-B66A-2101-15B9-6AE95129ABCA}"/>
          </ac:spMkLst>
        </pc:spChg>
        <pc:spChg chg="del">
          <ac:chgData name="Sameeck Bhatia" userId="b4a12f6f-7ba8-4a8b-904f-c89b27a8a2e6" providerId="ADAL" clId="{8D48C32D-6D94-4071-BC5A-98AFBDE63219}" dt="2025-09-24T15:11:47.390" v="150" actId="478"/>
          <ac:spMkLst>
            <pc:docMk/>
            <pc:sldMk cId="4105845204" sldId="352"/>
            <ac:spMk id="3" creationId="{7DE273F6-C08B-6AE7-C944-FD115B714F04}"/>
          </ac:spMkLst>
        </pc:spChg>
        <pc:spChg chg="add mod">
          <ac:chgData name="Sameeck Bhatia" userId="b4a12f6f-7ba8-4a8b-904f-c89b27a8a2e6" providerId="ADAL" clId="{8D48C32D-6D94-4071-BC5A-98AFBDE63219}" dt="2025-09-24T15:47:34.299" v="450" actId="20577"/>
          <ac:spMkLst>
            <pc:docMk/>
            <pc:sldMk cId="4105845204" sldId="352"/>
            <ac:spMk id="4" creationId="{A04FC38A-8064-CB8E-CA98-2C5A94F47907}"/>
          </ac:spMkLst>
        </pc:spChg>
        <pc:spChg chg="mod">
          <ac:chgData name="Sameeck Bhatia" userId="b4a12f6f-7ba8-4a8b-904f-c89b27a8a2e6" providerId="ADAL" clId="{8D48C32D-6D94-4071-BC5A-98AFBDE63219}" dt="2025-09-25T14:27:50.357" v="522" actId="1037"/>
          <ac:spMkLst>
            <pc:docMk/>
            <pc:sldMk cId="4105845204" sldId="352"/>
            <ac:spMk id="5" creationId="{F88A25A3-9AAE-22E4-C39C-17CE3C1F6FBC}"/>
          </ac:spMkLst>
        </pc:spChg>
        <pc:picChg chg="add mod">
          <ac:chgData name="Sameeck Bhatia" userId="b4a12f6f-7ba8-4a8b-904f-c89b27a8a2e6" providerId="ADAL" clId="{8D48C32D-6D94-4071-BC5A-98AFBDE63219}" dt="2025-09-25T14:27:29.823" v="518" actId="14100"/>
          <ac:picMkLst>
            <pc:docMk/>
            <pc:sldMk cId="4105845204" sldId="352"/>
            <ac:picMk id="3" creationId="{0A1C260C-23CF-10EF-C4FF-AE9B737B89D0}"/>
          </ac:picMkLst>
        </pc:picChg>
        <pc:picChg chg="add del mod">
          <ac:chgData name="Sameeck Bhatia" userId="b4a12f6f-7ba8-4a8b-904f-c89b27a8a2e6" providerId="ADAL" clId="{8D48C32D-6D94-4071-BC5A-98AFBDE63219}" dt="2025-09-25T14:27:27.335" v="517" actId="478"/>
          <ac:picMkLst>
            <pc:docMk/>
            <pc:sldMk cId="4105845204" sldId="352"/>
            <ac:picMk id="1026" creationId="{56EE6693-B257-BF40-205C-0C95BA8DCD5B}"/>
          </ac:picMkLst>
        </pc:picChg>
        <pc:picChg chg="del">
          <ac:chgData name="Sameeck Bhatia" userId="b4a12f6f-7ba8-4a8b-904f-c89b27a8a2e6" providerId="ADAL" clId="{8D48C32D-6D94-4071-BC5A-98AFBDE63219}" dt="2025-09-24T15:11:44.228" v="149" actId="478"/>
          <ac:picMkLst>
            <pc:docMk/>
            <pc:sldMk cId="4105845204" sldId="352"/>
            <ac:picMk id="1028" creationId="{AC25E002-9058-0367-2DE6-ACC4F091980E}"/>
          </ac:picMkLst>
        </pc:picChg>
      </pc:sldChg>
      <pc:sldChg chg="new del">
        <pc:chgData name="Sameeck Bhatia" userId="b4a12f6f-7ba8-4a8b-904f-c89b27a8a2e6" providerId="ADAL" clId="{8D48C32D-6D94-4071-BC5A-98AFBDE63219}" dt="2025-09-24T15:12:04.835" v="153" actId="2696"/>
        <pc:sldMkLst>
          <pc:docMk/>
          <pc:sldMk cId="3859401153" sldId="353"/>
        </pc:sldMkLst>
      </pc:sldChg>
      <pc:sldChg chg="modSp new del mod">
        <pc:chgData name="Sameeck Bhatia" userId="b4a12f6f-7ba8-4a8b-904f-c89b27a8a2e6" providerId="ADAL" clId="{8D48C32D-6D94-4071-BC5A-98AFBDE63219}" dt="2025-09-24T15:39:39.598" v="304" actId="2696"/>
        <pc:sldMkLst>
          <pc:docMk/>
          <pc:sldMk cId="3981118215" sldId="354"/>
        </pc:sldMkLst>
        <pc:spChg chg="mod">
          <ac:chgData name="Sameeck Bhatia" userId="b4a12f6f-7ba8-4a8b-904f-c89b27a8a2e6" providerId="ADAL" clId="{8D48C32D-6D94-4071-BC5A-98AFBDE63219}" dt="2025-09-24T15:22:20.363" v="302" actId="20577"/>
          <ac:spMkLst>
            <pc:docMk/>
            <pc:sldMk cId="3981118215" sldId="354"/>
            <ac:spMk id="2" creationId="{39D85507-3ACB-DB7C-C1CC-E512DFF2306A}"/>
          </ac:spMkLst>
        </pc:spChg>
      </pc:sldChg>
      <pc:sldChg chg="addSp delSp modSp add mod">
        <pc:chgData name="Sameeck Bhatia" userId="b4a12f6f-7ba8-4a8b-904f-c89b27a8a2e6" providerId="ADAL" clId="{8D48C32D-6D94-4071-BC5A-98AFBDE63219}" dt="2025-09-24T17:14:35.494" v="487" actId="20577"/>
        <pc:sldMkLst>
          <pc:docMk/>
          <pc:sldMk cId="1348553373" sldId="412"/>
        </pc:sldMkLst>
        <pc:spChg chg="add del mod">
          <ac:chgData name="Sameeck Bhatia" userId="b4a12f6f-7ba8-4a8b-904f-c89b27a8a2e6" providerId="ADAL" clId="{8D48C32D-6D94-4071-BC5A-98AFBDE63219}" dt="2025-09-24T15:42:25.458" v="322" actId="478"/>
          <ac:spMkLst>
            <pc:docMk/>
            <pc:sldMk cId="1348553373" sldId="412"/>
            <ac:spMk id="2" creationId="{86E84E04-03AF-2F2E-91EC-025442267B94}"/>
          </ac:spMkLst>
        </pc:spChg>
        <pc:spChg chg="add del mod">
          <ac:chgData name="Sameeck Bhatia" userId="b4a12f6f-7ba8-4a8b-904f-c89b27a8a2e6" providerId="ADAL" clId="{8D48C32D-6D94-4071-BC5A-98AFBDE63219}" dt="2025-09-24T15:42:33.805" v="325" actId="478"/>
          <ac:spMkLst>
            <pc:docMk/>
            <pc:sldMk cId="1348553373" sldId="412"/>
            <ac:spMk id="3" creationId="{B4964F85-097A-AFB1-3D9D-B45F684E3670}"/>
          </ac:spMkLst>
        </pc:spChg>
        <pc:spChg chg="add del mod">
          <ac:chgData name="Sameeck Bhatia" userId="b4a12f6f-7ba8-4a8b-904f-c89b27a8a2e6" providerId="ADAL" clId="{8D48C32D-6D94-4071-BC5A-98AFBDE63219}" dt="2025-09-24T15:43:17.431" v="329" actId="478"/>
          <ac:spMkLst>
            <pc:docMk/>
            <pc:sldMk cId="1348553373" sldId="412"/>
            <ac:spMk id="4" creationId="{27A12050-5AD9-2F3A-D6F3-073D508C447A}"/>
          </ac:spMkLst>
        </pc:spChg>
        <pc:spChg chg="add mod">
          <ac:chgData name="Sameeck Bhatia" userId="b4a12f6f-7ba8-4a8b-904f-c89b27a8a2e6" providerId="ADAL" clId="{8D48C32D-6D94-4071-BC5A-98AFBDE63219}" dt="2025-09-24T15:45:29.922" v="437" actId="20577"/>
          <ac:spMkLst>
            <pc:docMk/>
            <pc:sldMk cId="1348553373" sldId="412"/>
            <ac:spMk id="5" creationId="{2328AD2C-1929-3F43-CCBC-4D0640A01138}"/>
          </ac:spMkLst>
        </pc:spChg>
        <pc:spChg chg="mod">
          <ac:chgData name="Sameeck Bhatia" userId="b4a12f6f-7ba8-4a8b-904f-c89b27a8a2e6" providerId="ADAL" clId="{8D48C32D-6D94-4071-BC5A-98AFBDE63219}" dt="2025-09-24T15:49:49.273" v="467" actId="20577"/>
          <ac:spMkLst>
            <pc:docMk/>
            <pc:sldMk cId="1348553373" sldId="412"/>
            <ac:spMk id="6" creationId="{41955B2A-D3B7-C0BB-C879-669786E872C5}"/>
          </ac:spMkLst>
        </pc:spChg>
        <pc:spChg chg="add del mod">
          <ac:chgData name="Sameeck Bhatia" userId="b4a12f6f-7ba8-4a8b-904f-c89b27a8a2e6" providerId="ADAL" clId="{8D48C32D-6D94-4071-BC5A-98AFBDE63219}" dt="2025-09-24T17:14:35.494" v="487" actId="20577"/>
          <ac:spMkLst>
            <pc:docMk/>
            <pc:sldMk cId="1348553373" sldId="412"/>
            <ac:spMk id="7" creationId="{1687E81C-5B6E-3479-E1AE-3434674E87A7}"/>
          </ac:spMkLst>
        </pc:spChg>
        <pc:picChg chg="add del">
          <ac:chgData name="Sameeck Bhatia" userId="b4a12f6f-7ba8-4a8b-904f-c89b27a8a2e6" providerId="ADAL" clId="{8D48C32D-6D94-4071-BC5A-98AFBDE63219}" dt="2025-09-24T15:42:43.315" v="327" actId="478"/>
          <ac:picMkLst>
            <pc:docMk/>
            <pc:sldMk cId="1348553373" sldId="412"/>
            <ac:picMk id="3078" creationId="{C00A2D32-C8E5-87B0-20B2-04FEB5E8BE62}"/>
          </ac:picMkLst>
        </pc:picChg>
        <pc:picChg chg="add mod">
          <ac:chgData name="Sameeck Bhatia" userId="b4a12f6f-7ba8-4a8b-904f-c89b27a8a2e6" providerId="ADAL" clId="{8D48C32D-6D94-4071-BC5A-98AFBDE63219}" dt="2025-09-24T15:43:38.493" v="335" actId="1076"/>
          <ac:picMkLst>
            <pc:docMk/>
            <pc:sldMk cId="1348553373" sldId="412"/>
            <ac:picMk id="3082" creationId="{A6F38E6E-DA04-51F3-A73B-0186DCF610ED}"/>
          </ac:picMkLst>
        </pc:picChg>
      </pc:sldChg>
    </pc:docChg>
  </pc:docChgLst>
  <pc:docChgLst>
    <pc:chgData name="Swati Mayo" userId="S::swati.mayo@cineplex.com::42721861-de89-4c64-94cc-c3145af6c770" providerId="AD" clId="Web-{053CD283-0180-6FDF-CED9-4357D22F38D1}"/>
    <pc:docChg chg="modSld">
      <pc:chgData name="Swati Mayo" userId="S::swati.mayo@cineplex.com::42721861-de89-4c64-94cc-c3145af6c770" providerId="AD" clId="Web-{053CD283-0180-6FDF-CED9-4357D22F38D1}" dt="2025-07-25T15:37:44.395" v="9" actId="20577"/>
      <pc:docMkLst>
        <pc:docMk/>
      </pc:docMkLst>
      <pc:sldChg chg="modSp">
        <pc:chgData name="Swati Mayo" userId="S::swati.mayo@cineplex.com::42721861-de89-4c64-94cc-c3145af6c770" providerId="AD" clId="Web-{053CD283-0180-6FDF-CED9-4357D22F38D1}" dt="2025-07-25T15:37:44.395" v="9" actId="20577"/>
        <pc:sldMkLst>
          <pc:docMk/>
          <pc:sldMk cId="688002234" sldId="345"/>
        </pc:sldMkLst>
      </pc:sldChg>
    </pc:docChg>
  </pc:docChgLst>
  <pc:docChgLst>
    <pc:chgData name="Kevin Lee" userId="S::kevin.lee@cineplex.com::80784857-8be6-49f2-95d5-1012c64a15ee" providerId="AD" clId="Web-{A21E5165-FDD5-EF34-3F3D-4A2D201391B8}"/>
    <pc:docChg chg="addSld modSld sldOrd">
      <pc:chgData name="Kevin Lee" userId="S::kevin.lee@cineplex.com::80784857-8be6-49f2-95d5-1012c64a15ee" providerId="AD" clId="Web-{A21E5165-FDD5-EF34-3F3D-4A2D201391B8}" dt="2025-07-15T14:50:20.752" v="4572" actId="20577"/>
      <pc:docMkLst>
        <pc:docMk/>
      </pc:docMkLst>
      <pc:sldChg chg="addSp delSp modSp">
        <pc:chgData name="Kevin Lee" userId="S::kevin.lee@cineplex.com::80784857-8be6-49f2-95d5-1012c64a15ee" providerId="AD" clId="Web-{A21E5165-FDD5-EF34-3F3D-4A2D201391B8}" dt="2025-07-10T20:22:34.466" v="942" actId="20577"/>
        <pc:sldMkLst>
          <pc:docMk/>
          <pc:sldMk cId="340928472" sldId="259"/>
        </pc:sldMkLst>
      </pc:sldChg>
      <pc:sldChg chg="addSp delSp modSp">
        <pc:chgData name="Kevin Lee" userId="S::kevin.lee@cineplex.com::80784857-8be6-49f2-95d5-1012c64a15ee" providerId="AD" clId="Web-{A21E5165-FDD5-EF34-3F3D-4A2D201391B8}" dt="2025-07-14T16:41:34.394" v="1391" actId="1076"/>
        <pc:sldMkLst>
          <pc:docMk/>
          <pc:sldMk cId="720343754" sldId="260"/>
        </pc:sldMkLst>
      </pc:sldChg>
      <pc:sldChg chg="addSp delSp modSp">
        <pc:chgData name="Kevin Lee" userId="S::kevin.lee@cineplex.com::80784857-8be6-49f2-95d5-1012c64a15ee" providerId="AD" clId="Web-{A21E5165-FDD5-EF34-3F3D-4A2D201391B8}" dt="2025-07-15T14:50:20.752" v="4572" actId="20577"/>
        <pc:sldMkLst>
          <pc:docMk/>
          <pc:sldMk cId="1563763980" sldId="262"/>
        </pc:sldMkLst>
      </pc:sldChg>
      <pc:sldChg chg="addSp delSp modSp">
        <pc:chgData name="Kevin Lee" userId="S::kevin.lee@cineplex.com::80784857-8be6-49f2-95d5-1012c64a15ee" providerId="AD" clId="Web-{A21E5165-FDD5-EF34-3F3D-4A2D201391B8}" dt="2025-07-14T17:42:18.644" v="1445" actId="1076"/>
        <pc:sldMkLst>
          <pc:docMk/>
          <pc:sldMk cId="2501402257" sldId="263"/>
        </pc:sldMkLst>
      </pc:sldChg>
      <pc:sldChg chg="addSp delSp modSp">
        <pc:chgData name="Kevin Lee" userId="S::kevin.lee@cineplex.com::80784857-8be6-49f2-95d5-1012c64a15ee" providerId="AD" clId="Web-{A21E5165-FDD5-EF34-3F3D-4A2D201391B8}" dt="2025-07-15T13:36:51.457" v="4007" actId="20577"/>
        <pc:sldMkLst>
          <pc:docMk/>
          <pc:sldMk cId="2589837307" sldId="265"/>
        </pc:sldMkLst>
      </pc:sldChg>
      <pc:sldChg chg="addSp modSp">
        <pc:chgData name="Kevin Lee" userId="S::kevin.lee@cineplex.com::80784857-8be6-49f2-95d5-1012c64a15ee" providerId="AD" clId="Web-{A21E5165-FDD5-EF34-3F3D-4A2D201391B8}" dt="2025-07-15T14:07:15.154" v="4517" actId="20577"/>
        <pc:sldMkLst>
          <pc:docMk/>
          <pc:sldMk cId="3137794228" sldId="267"/>
        </pc:sldMkLst>
      </pc:sldChg>
      <pc:sldChg chg="modSp">
        <pc:chgData name="Kevin Lee" userId="S::kevin.lee@cineplex.com::80784857-8be6-49f2-95d5-1012c64a15ee" providerId="AD" clId="Web-{A21E5165-FDD5-EF34-3F3D-4A2D201391B8}" dt="2025-07-08T18:17:46.683" v="7" actId="20577"/>
        <pc:sldMkLst>
          <pc:docMk/>
          <pc:sldMk cId="2290366524" sldId="276"/>
        </pc:sldMkLst>
      </pc:sldChg>
      <pc:sldChg chg="modSp">
        <pc:chgData name="Kevin Lee" userId="S::kevin.lee@cineplex.com::80784857-8be6-49f2-95d5-1012c64a15ee" providerId="AD" clId="Web-{A21E5165-FDD5-EF34-3F3D-4A2D201391B8}" dt="2025-07-10T15:21:53.798" v="182" actId="20577"/>
        <pc:sldMkLst>
          <pc:docMk/>
          <pc:sldMk cId="718878224" sldId="280"/>
        </pc:sldMkLst>
      </pc:sldChg>
      <pc:sldChg chg="addSp delSp modSp">
        <pc:chgData name="Kevin Lee" userId="S::kevin.lee@cineplex.com::80784857-8be6-49f2-95d5-1012c64a15ee" providerId="AD" clId="Web-{A21E5165-FDD5-EF34-3F3D-4A2D201391B8}" dt="2025-07-14T17:47:06.653" v="1446" actId="1076"/>
        <pc:sldMkLst>
          <pc:docMk/>
          <pc:sldMk cId="3024179253" sldId="287"/>
        </pc:sldMkLst>
      </pc:sldChg>
      <pc:sldChg chg="addSp delSp modSp">
        <pc:chgData name="Kevin Lee" userId="S::kevin.lee@cineplex.com::80784857-8be6-49f2-95d5-1012c64a15ee" providerId="AD" clId="Web-{A21E5165-FDD5-EF34-3F3D-4A2D201391B8}" dt="2025-07-14T18:55:37.838" v="2055" actId="20577"/>
        <pc:sldMkLst>
          <pc:docMk/>
          <pc:sldMk cId="1317703379" sldId="288"/>
        </pc:sldMkLst>
      </pc:sldChg>
      <pc:sldChg chg="addSp delSp modSp ord">
        <pc:chgData name="Kevin Lee" userId="S::kevin.lee@cineplex.com::80784857-8be6-49f2-95d5-1012c64a15ee" providerId="AD" clId="Web-{A21E5165-FDD5-EF34-3F3D-4A2D201391B8}" dt="2025-07-10T20:21:19.809" v="902" actId="20577"/>
        <pc:sldMkLst>
          <pc:docMk/>
          <pc:sldMk cId="3957393543" sldId="289"/>
        </pc:sldMkLst>
      </pc:sldChg>
      <pc:sldChg chg="addSp delSp modSp add ord replId">
        <pc:chgData name="Kevin Lee" userId="S::kevin.lee@cineplex.com::80784857-8be6-49f2-95d5-1012c64a15ee" providerId="AD" clId="Web-{A21E5165-FDD5-EF34-3F3D-4A2D201391B8}" dt="2025-07-15T14:29:19.703" v="4522" actId="20577"/>
        <pc:sldMkLst>
          <pc:docMk/>
          <pc:sldMk cId="3661283015" sldId="290"/>
        </pc:sldMkLst>
      </pc:sldChg>
      <pc:sldChg chg="addSp delSp modSp">
        <pc:chgData name="Kevin Lee" userId="S::kevin.lee@cineplex.com::80784857-8be6-49f2-95d5-1012c64a15ee" providerId="AD" clId="Web-{A21E5165-FDD5-EF34-3F3D-4A2D201391B8}" dt="2025-07-14T20:08:26.413" v="2880" actId="20577"/>
        <pc:sldMkLst>
          <pc:docMk/>
          <pc:sldMk cId="3385419713" sldId="291"/>
        </pc:sldMkLst>
      </pc:sldChg>
      <pc:sldChg chg="addSp delSp modSp">
        <pc:chgData name="Kevin Lee" userId="S::kevin.lee@cineplex.com::80784857-8be6-49f2-95d5-1012c64a15ee" providerId="AD" clId="Web-{A21E5165-FDD5-EF34-3F3D-4A2D201391B8}" dt="2025-07-14T20:31:12.007" v="3689" actId="20577"/>
        <pc:sldMkLst>
          <pc:docMk/>
          <pc:sldMk cId="2981513802" sldId="292"/>
        </pc:sldMkLst>
      </pc:sldChg>
      <pc:sldChg chg="addSp delSp modSp">
        <pc:chgData name="Kevin Lee" userId="S::kevin.lee@cineplex.com::80784857-8be6-49f2-95d5-1012c64a15ee" providerId="AD" clId="Web-{A21E5165-FDD5-EF34-3F3D-4A2D201391B8}" dt="2025-07-14T20:17:26.800" v="3345" actId="1076"/>
        <pc:sldMkLst>
          <pc:docMk/>
          <pc:sldMk cId="4133602498" sldId="294"/>
        </pc:sldMkLst>
      </pc:sldChg>
      <pc:sldChg chg="modSp">
        <pc:chgData name="Kevin Lee" userId="S::kevin.lee@cineplex.com::80784857-8be6-49f2-95d5-1012c64a15ee" providerId="AD" clId="Web-{A21E5165-FDD5-EF34-3F3D-4A2D201391B8}" dt="2025-07-10T15:21:58.064" v="184" actId="20577"/>
        <pc:sldMkLst>
          <pc:docMk/>
          <pc:sldMk cId="3148198187" sldId="297"/>
        </pc:sldMkLst>
      </pc:sldChg>
      <pc:sldChg chg="addSp delSp modSp">
        <pc:chgData name="Kevin Lee" userId="S::kevin.lee@cineplex.com::80784857-8be6-49f2-95d5-1012c64a15ee" providerId="AD" clId="Web-{A21E5165-FDD5-EF34-3F3D-4A2D201391B8}" dt="2025-07-14T19:44:57.659" v="2441" actId="20577"/>
        <pc:sldMkLst>
          <pc:docMk/>
          <pc:sldMk cId="3690012680" sldId="298"/>
        </pc:sldMkLst>
      </pc:sldChg>
      <pc:sldChg chg="ord">
        <pc:chgData name="Kevin Lee" userId="S::kevin.lee@cineplex.com::80784857-8be6-49f2-95d5-1012c64a15ee" providerId="AD" clId="Web-{A21E5165-FDD5-EF34-3F3D-4A2D201391B8}" dt="2025-07-10T20:41:38.780" v="1221"/>
        <pc:sldMkLst>
          <pc:docMk/>
          <pc:sldMk cId="2713473234" sldId="299"/>
        </pc:sldMkLst>
      </pc:sldChg>
      <pc:sldChg chg="addSp delSp modSp">
        <pc:chgData name="Kevin Lee" userId="S::kevin.lee@cineplex.com::80784857-8be6-49f2-95d5-1012c64a15ee" providerId="AD" clId="Web-{A21E5165-FDD5-EF34-3F3D-4A2D201391B8}" dt="2025-07-14T18:17:53.849" v="1503" actId="20577"/>
        <pc:sldMkLst>
          <pc:docMk/>
          <pc:sldMk cId="123431385" sldId="300"/>
        </pc:sldMkLst>
      </pc:sldChg>
      <pc:sldChg chg="modSp">
        <pc:chgData name="Kevin Lee" userId="S::kevin.lee@cineplex.com::80784857-8be6-49f2-95d5-1012c64a15ee" providerId="AD" clId="Web-{A21E5165-FDD5-EF34-3F3D-4A2D201391B8}" dt="2025-07-15T14:49:06.736" v="4553" actId="20577"/>
        <pc:sldMkLst>
          <pc:docMk/>
          <pc:sldMk cId="1861817509" sldId="301"/>
        </pc:sldMkLst>
      </pc:sldChg>
      <pc:sldChg chg="addSp modSp">
        <pc:chgData name="Kevin Lee" userId="S::kevin.lee@cineplex.com::80784857-8be6-49f2-95d5-1012c64a15ee" providerId="AD" clId="Web-{A21E5165-FDD5-EF34-3F3D-4A2D201391B8}" dt="2025-07-15T14:06:44.529" v="4432" actId="20577"/>
        <pc:sldMkLst>
          <pc:docMk/>
          <pc:sldMk cId="2610596920" sldId="302"/>
        </pc:sldMkLst>
      </pc:sldChg>
      <pc:sldChg chg="addSp delSp modSp">
        <pc:chgData name="Kevin Lee" userId="S::kevin.lee@cineplex.com::80784857-8be6-49f2-95d5-1012c64a15ee" providerId="AD" clId="Web-{A21E5165-FDD5-EF34-3F3D-4A2D201391B8}" dt="2025-07-14T20:29:42.224" v="3535" actId="20577"/>
        <pc:sldMkLst>
          <pc:docMk/>
          <pc:sldMk cId="2696223750" sldId="303"/>
        </pc:sldMkLst>
      </pc:sldChg>
      <pc:sldChg chg="addSp modSp">
        <pc:chgData name="Kevin Lee" userId="S::kevin.lee@cineplex.com::80784857-8be6-49f2-95d5-1012c64a15ee" providerId="AD" clId="Web-{A21E5165-FDD5-EF34-3F3D-4A2D201391B8}" dt="2025-07-14T20:08:34.397" v="2886" actId="20577"/>
        <pc:sldMkLst>
          <pc:docMk/>
          <pc:sldMk cId="1630794410" sldId="310"/>
        </pc:sldMkLst>
      </pc:sldChg>
      <pc:sldChg chg="addSp modSp">
        <pc:chgData name="Kevin Lee" userId="S::kevin.lee@cineplex.com::80784857-8be6-49f2-95d5-1012c64a15ee" providerId="AD" clId="Web-{A21E5165-FDD5-EF34-3F3D-4A2D201391B8}" dt="2025-07-14T20:15:35.798" v="3300" actId="20577"/>
        <pc:sldMkLst>
          <pc:docMk/>
          <pc:sldMk cId="3420488203" sldId="312"/>
        </pc:sldMkLst>
      </pc:sldChg>
      <pc:sldChg chg="addSp modSp">
        <pc:chgData name="Kevin Lee" userId="S::kevin.lee@cineplex.com::80784857-8be6-49f2-95d5-1012c64a15ee" providerId="AD" clId="Web-{A21E5165-FDD5-EF34-3F3D-4A2D201391B8}" dt="2025-07-14T20:08:39.148" v="2891" actId="20577"/>
        <pc:sldMkLst>
          <pc:docMk/>
          <pc:sldMk cId="372757649" sldId="313"/>
        </pc:sldMkLst>
      </pc:sldChg>
    </pc:docChg>
  </pc:docChgLst>
  <pc:docChgLst>
    <pc:chgData name="Kevin Lee" userId="S::kevin.lee@cineplex.com::80784857-8be6-49f2-95d5-1012c64a15ee" providerId="AD" clId="Web-{CF201C87-0F6A-7D9D-D11D-9AF9B6B6892B}"/>
    <pc:docChg chg="modSld">
      <pc:chgData name="Kevin Lee" userId="S::kevin.lee@cineplex.com::80784857-8be6-49f2-95d5-1012c64a15ee" providerId="AD" clId="Web-{CF201C87-0F6A-7D9D-D11D-9AF9B6B6892B}" dt="2025-07-17T17:40:02.278" v="37" actId="20577"/>
      <pc:docMkLst>
        <pc:docMk/>
      </pc:docMkLst>
      <pc:sldChg chg="modSp">
        <pc:chgData name="Kevin Lee" userId="S::kevin.lee@cineplex.com::80784857-8be6-49f2-95d5-1012c64a15ee" providerId="AD" clId="Web-{CF201C87-0F6A-7D9D-D11D-9AF9B6B6892B}" dt="2025-07-16T15:37:00.146" v="4" actId="20577"/>
        <pc:sldMkLst>
          <pc:docMk/>
          <pc:sldMk cId="3137794228" sldId="267"/>
        </pc:sldMkLst>
      </pc:sldChg>
      <pc:sldChg chg="modSp">
        <pc:chgData name="Kevin Lee" userId="S::kevin.lee@cineplex.com::80784857-8be6-49f2-95d5-1012c64a15ee" providerId="AD" clId="Web-{CF201C87-0F6A-7D9D-D11D-9AF9B6B6892B}" dt="2025-07-17T17:40:02.278" v="37" actId="20577"/>
        <pc:sldMkLst>
          <pc:docMk/>
          <pc:sldMk cId="1515335304" sldId="311"/>
        </pc:sldMkLst>
      </pc:sldChg>
      <pc:sldChg chg="addSp delSp modSp">
        <pc:chgData name="Kevin Lee" userId="S::kevin.lee@cineplex.com::80784857-8be6-49f2-95d5-1012c64a15ee" providerId="AD" clId="Web-{CF201C87-0F6A-7D9D-D11D-9AF9B6B6892B}" dt="2025-07-17T16:14:23.963" v="30" actId="1076"/>
        <pc:sldMkLst>
          <pc:docMk/>
          <pc:sldMk cId="3336476817" sldId="317"/>
        </pc:sldMkLst>
      </pc:sldChg>
    </pc:docChg>
  </pc:docChgLst>
  <pc:docChgLst>
    <pc:chgData name="Kevin Lee" userId="80784857-8be6-49f2-95d5-1012c64a15ee" providerId="ADAL" clId="{73E53702-D2EC-4047-BE77-64C03B41B5E2}"/>
    <pc:docChg chg="undo custSel modSld">
      <pc:chgData name="Kevin Lee" userId="80784857-8be6-49f2-95d5-1012c64a15ee" providerId="ADAL" clId="{73E53702-D2EC-4047-BE77-64C03B41B5E2}" dt="2025-07-24T15:37:35.428" v="4027" actId="113"/>
      <pc:docMkLst>
        <pc:docMk/>
      </pc:docMkLst>
      <pc:sldChg chg="modSp mod">
        <pc:chgData name="Kevin Lee" userId="80784857-8be6-49f2-95d5-1012c64a15ee" providerId="ADAL" clId="{73E53702-D2EC-4047-BE77-64C03B41B5E2}" dt="2025-07-21T20:59:43.248" v="2426" actId="20577"/>
        <pc:sldMkLst>
          <pc:docMk/>
          <pc:sldMk cId="3340795365" sldId="275"/>
        </pc:sldMkLst>
      </pc:sldChg>
      <pc:sldChg chg="addSp modSp mod">
        <pc:chgData name="Kevin Lee" userId="80784857-8be6-49f2-95d5-1012c64a15ee" providerId="ADAL" clId="{73E53702-D2EC-4047-BE77-64C03B41B5E2}" dt="2025-07-23T18:02:36.030" v="4026" actId="14100"/>
        <pc:sldMkLst>
          <pc:docMk/>
          <pc:sldMk cId="3620968046" sldId="286"/>
        </pc:sldMkLst>
      </pc:sldChg>
      <pc:sldChg chg="modSp mod">
        <pc:chgData name="Kevin Lee" userId="80784857-8be6-49f2-95d5-1012c64a15ee" providerId="ADAL" clId="{73E53702-D2EC-4047-BE77-64C03B41B5E2}" dt="2025-07-21T20:09:48.174" v="46" actId="1076"/>
        <pc:sldMkLst>
          <pc:docMk/>
          <pc:sldMk cId="1844383168" sldId="293"/>
        </pc:sldMkLst>
      </pc:sldChg>
      <pc:sldChg chg="modSp mod">
        <pc:chgData name="Kevin Lee" userId="80784857-8be6-49f2-95d5-1012c64a15ee" providerId="ADAL" clId="{73E53702-D2EC-4047-BE77-64C03B41B5E2}" dt="2025-07-21T20:27:19.131" v="609" actId="20577"/>
        <pc:sldMkLst>
          <pc:docMk/>
          <pc:sldMk cId="3336476817" sldId="317"/>
        </pc:sldMkLst>
      </pc:sldChg>
      <pc:sldChg chg="modSp mod">
        <pc:chgData name="Kevin Lee" userId="80784857-8be6-49f2-95d5-1012c64a15ee" providerId="ADAL" clId="{73E53702-D2EC-4047-BE77-64C03B41B5E2}" dt="2025-07-24T15:37:35.428" v="4027" actId="113"/>
        <pc:sldMkLst>
          <pc:docMk/>
          <pc:sldMk cId="3381895483" sldId="318"/>
        </pc:sldMkLst>
      </pc:sldChg>
      <pc:sldChg chg="addSp modSp mod">
        <pc:chgData name="Kevin Lee" userId="80784857-8be6-49f2-95d5-1012c64a15ee" providerId="ADAL" clId="{73E53702-D2EC-4047-BE77-64C03B41B5E2}" dt="2025-07-21T20:11:03.175" v="56" actId="20577"/>
        <pc:sldMkLst>
          <pc:docMk/>
          <pc:sldMk cId="2626496462" sldId="324"/>
        </pc:sldMkLst>
      </pc:sldChg>
      <pc:sldChg chg="addSp modSp mod">
        <pc:chgData name="Kevin Lee" userId="80784857-8be6-49f2-95d5-1012c64a15ee" providerId="ADAL" clId="{73E53702-D2EC-4047-BE77-64C03B41B5E2}" dt="2025-07-21T20:18:40.427" v="455" actId="20577"/>
        <pc:sldMkLst>
          <pc:docMk/>
          <pc:sldMk cId="2368164544" sldId="325"/>
        </pc:sldMkLst>
      </pc:sldChg>
      <pc:sldChg chg="addSp modSp mod">
        <pc:chgData name="Kevin Lee" userId="80784857-8be6-49f2-95d5-1012c64a15ee" providerId="ADAL" clId="{73E53702-D2EC-4047-BE77-64C03B41B5E2}" dt="2025-07-21T20:18:58.635" v="472" actId="20577"/>
        <pc:sldMkLst>
          <pc:docMk/>
          <pc:sldMk cId="1054278805" sldId="326"/>
        </pc:sldMkLst>
      </pc:sldChg>
      <pc:sldChg chg="modSp mod">
        <pc:chgData name="Kevin Lee" userId="80784857-8be6-49f2-95d5-1012c64a15ee" providerId="ADAL" clId="{73E53702-D2EC-4047-BE77-64C03B41B5E2}" dt="2025-07-21T20:30:53.844" v="835" actId="20577"/>
        <pc:sldMkLst>
          <pc:docMk/>
          <pc:sldMk cId="3667465428" sldId="332"/>
        </pc:sldMkLst>
      </pc:sldChg>
      <pc:sldChg chg="modSp mod">
        <pc:chgData name="Kevin Lee" userId="80784857-8be6-49f2-95d5-1012c64a15ee" providerId="ADAL" clId="{73E53702-D2EC-4047-BE77-64C03B41B5E2}" dt="2025-07-21T20:56:02.533" v="1925" actId="20577"/>
        <pc:sldMkLst>
          <pc:docMk/>
          <pc:sldMk cId="3269732493" sldId="333"/>
        </pc:sldMkLst>
      </pc:sldChg>
      <pc:sldChg chg="addSp modSp mod">
        <pc:chgData name="Kevin Lee" userId="80784857-8be6-49f2-95d5-1012c64a15ee" providerId="ADAL" clId="{73E53702-D2EC-4047-BE77-64C03B41B5E2}" dt="2025-07-21T22:42:41.612" v="3186" actId="20577"/>
        <pc:sldMkLst>
          <pc:docMk/>
          <pc:sldMk cId="3053561638" sldId="336"/>
        </pc:sldMkLst>
      </pc:sldChg>
      <pc:sldChg chg="addSp modSp mod">
        <pc:chgData name="Kevin Lee" userId="80784857-8be6-49f2-95d5-1012c64a15ee" providerId="ADAL" clId="{73E53702-D2EC-4047-BE77-64C03B41B5E2}" dt="2025-07-22T18:51:30.329" v="3467" actId="1076"/>
        <pc:sldMkLst>
          <pc:docMk/>
          <pc:sldMk cId="4113795440" sldId="337"/>
        </pc:sldMkLst>
      </pc:sldChg>
      <pc:sldChg chg="addSp modSp mod">
        <pc:chgData name="Kevin Lee" userId="80784857-8be6-49f2-95d5-1012c64a15ee" providerId="ADAL" clId="{73E53702-D2EC-4047-BE77-64C03B41B5E2}" dt="2025-07-22T18:54:07.008" v="3840" actId="20577"/>
        <pc:sldMkLst>
          <pc:docMk/>
          <pc:sldMk cId="3265796111" sldId="339"/>
        </pc:sldMkLst>
      </pc:sldChg>
      <pc:sldChg chg="modSp mod">
        <pc:chgData name="Kevin Lee" userId="80784857-8be6-49f2-95d5-1012c64a15ee" providerId="ADAL" clId="{73E53702-D2EC-4047-BE77-64C03B41B5E2}" dt="2025-07-22T18:55:13.645" v="4022" actId="20577"/>
        <pc:sldMkLst>
          <pc:docMk/>
          <pc:sldMk cId="3900532173" sldId="340"/>
        </pc:sldMkLst>
      </pc:sldChg>
    </pc:docChg>
  </pc:docChgLst>
  <pc:docChgLst>
    <pc:chgData name="Theodore Nanos" userId="S::theodore.nanos@cineplex.com::088312c6-47e6-48a9-86a9-4611527bae90" providerId="AD" clId="Web-{B1A42180-A2FC-BCCE-5400-9BDE37D12E3D}"/>
    <pc:docChg chg="modSld sldOrd">
      <pc:chgData name="Theodore Nanos" userId="S::theodore.nanos@cineplex.com::088312c6-47e6-48a9-86a9-4611527bae90" providerId="AD" clId="Web-{B1A42180-A2FC-BCCE-5400-9BDE37D12E3D}" dt="2025-07-09T15:54:35.460" v="5"/>
      <pc:docMkLst>
        <pc:docMk/>
      </pc:docMkLst>
      <pc:sldChg chg="modSp ord">
        <pc:chgData name="Theodore Nanos" userId="S::theodore.nanos@cineplex.com::088312c6-47e6-48a9-86a9-4611527bae90" providerId="AD" clId="Web-{B1A42180-A2FC-BCCE-5400-9BDE37D12E3D}" dt="2025-07-09T15:54:35.460" v="5"/>
        <pc:sldMkLst>
          <pc:docMk/>
          <pc:sldMk cId="1345936250" sldId="284"/>
        </pc:sldMkLst>
      </pc:sldChg>
    </pc:docChg>
  </pc:docChgLst>
  <pc:docChgLst>
    <pc:chgData name="Kevin Lee" userId="S::kevin.lee@cineplex.com::80784857-8be6-49f2-95d5-1012c64a15ee" providerId="AD" clId="Web-{CFA4BD26-07CD-0323-84FE-CAC29329FF3E}"/>
    <pc:docChg chg="modSld">
      <pc:chgData name="Kevin Lee" userId="S::kevin.lee@cineplex.com::80784857-8be6-49f2-95d5-1012c64a15ee" providerId="AD" clId="Web-{CFA4BD26-07CD-0323-84FE-CAC29329FF3E}" dt="2025-07-07T19:43:15.121" v="12" actId="14100"/>
      <pc:docMkLst>
        <pc:docMk/>
      </pc:docMkLst>
      <pc:sldChg chg="modSp">
        <pc:chgData name="Kevin Lee" userId="S::kevin.lee@cineplex.com::80784857-8be6-49f2-95d5-1012c64a15ee" providerId="AD" clId="Web-{CFA4BD26-07CD-0323-84FE-CAC29329FF3E}" dt="2025-07-07T18:43:05.829" v="11"/>
        <pc:sldMkLst>
          <pc:docMk/>
          <pc:sldMk cId="340928472" sldId="259"/>
        </pc:sldMkLst>
      </pc:sldChg>
      <pc:sldChg chg="modSp">
        <pc:chgData name="Kevin Lee" userId="S::kevin.lee@cineplex.com::80784857-8be6-49f2-95d5-1012c64a15ee" providerId="AD" clId="Web-{CFA4BD26-07CD-0323-84FE-CAC29329FF3E}" dt="2025-07-07T19:43:15.121" v="12" actId="14100"/>
        <pc:sldMkLst>
          <pc:docMk/>
          <pc:sldMk cId="2501402257" sldId="263"/>
        </pc:sldMkLst>
      </pc:sldChg>
    </pc:docChg>
  </pc:docChgLst>
  <pc:docChgLst>
    <pc:chgData name="Kevin Lee" userId="S::kevin.lee@cineplex.com::80784857-8be6-49f2-95d5-1012c64a15ee" providerId="AD" clId="Web-{46B3F2CD-01F7-3AD9-EBD2-821E245D2EED}"/>
    <pc:docChg chg="modSld">
      <pc:chgData name="Kevin Lee" userId="S::kevin.lee@cineplex.com::80784857-8be6-49f2-95d5-1012c64a15ee" providerId="AD" clId="Web-{46B3F2CD-01F7-3AD9-EBD2-821E245D2EED}" dt="2025-07-21T18:28:23.018" v="9" actId="14100"/>
      <pc:docMkLst>
        <pc:docMk/>
      </pc:docMkLst>
      <pc:sldChg chg="addSp delSp modSp">
        <pc:chgData name="Kevin Lee" userId="S::kevin.lee@cineplex.com::80784857-8be6-49f2-95d5-1012c64a15ee" providerId="AD" clId="Web-{46B3F2CD-01F7-3AD9-EBD2-821E245D2EED}" dt="2025-07-21T18:28:23.018" v="9" actId="14100"/>
        <pc:sldMkLst>
          <pc:docMk/>
          <pc:sldMk cId="3620968046" sldId="286"/>
        </pc:sldMkLst>
      </pc:sldChg>
    </pc:docChg>
  </pc:docChgLst>
  <pc:docChgLst>
    <pc:chgData name="Sameeck Bhatia" userId="S::sameeck.bhatia@cineplex.com::b4a12f6f-7ba8-4a8b-904f-c89b27a8a2e6" providerId="AD" clId="Web-{E15CA4BE-11C6-7F8F-4408-517491B65DD8}"/>
    <pc:docChg chg="modSld">
      <pc:chgData name="Sameeck Bhatia" userId="S::sameeck.bhatia@cineplex.com::b4a12f6f-7ba8-4a8b-904f-c89b27a8a2e6" providerId="AD" clId="Web-{E15CA4BE-11C6-7F8F-4408-517491B65DD8}" dt="2025-07-10T20:18:12.864" v="1" actId="20577"/>
      <pc:docMkLst>
        <pc:docMk/>
      </pc:docMkLst>
      <pc:sldChg chg="modSp">
        <pc:chgData name="Sameeck Bhatia" userId="S::sameeck.bhatia@cineplex.com::b4a12f6f-7ba8-4a8b-904f-c89b27a8a2e6" providerId="AD" clId="Web-{E15CA4BE-11C6-7F8F-4408-517491B65DD8}" dt="2025-07-10T20:18:12.864" v="1" actId="20577"/>
        <pc:sldMkLst>
          <pc:docMk/>
          <pc:sldMk cId="3661283015" sldId="290"/>
        </pc:sldMkLst>
      </pc:sldChg>
    </pc:docChg>
  </pc:docChgLst>
  <pc:docChgLst>
    <pc:chgData name="Sameeck Bhatia" userId="S::sameeck.bhatia@cineplex.com::b4a12f6f-7ba8-4a8b-904f-c89b27a8a2e6" providerId="AD" clId="Web-{B708CCB2-CAD0-47BD-8F71-2BFB6116D712}"/>
    <pc:docChg chg="modSld">
      <pc:chgData name="Sameeck Bhatia" userId="S::sameeck.bhatia@cineplex.com::b4a12f6f-7ba8-4a8b-904f-c89b27a8a2e6" providerId="AD" clId="Web-{B708CCB2-CAD0-47BD-8F71-2BFB6116D712}" dt="2025-07-09T13:32:57.324" v="26" actId="20577"/>
      <pc:docMkLst>
        <pc:docMk/>
      </pc:docMkLst>
      <pc:sldChg chg="addSp delSp modSp">
        <pc:chgData name="Sameeck Bhatia" userId="S::sameeck.bhatia@cineplex.com::b4a12f6f-7ba8-4a8b-904f-c89b27a8a2e6" providerId="AD" clId="Web-{B708CCB2-CAD0-47BD-8F71-2BFB6116D712}" dt="2025-07-09T13:32:57.324" v="26" actId="20577"/>
        <pc:sldMkLst>
          <pc:docMk/>
          <pc:sldMk cId="720343754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94BA0-1222-4B3E-A707-560BAE46C488}" type="datetimeFigureOut">
              <a:rPr lang="en-US" smtClean="0"/>
              <a:t>09/25/2025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566DE6-8BBA-4EBF-BFDA-AC520571F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419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7B913-F275-CA42-A15F-DCA7D8412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19CEA5-C0FF-9B34-E46E-7651113530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58829-6F02-D05D-4545-A6B704F75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E0107-0825-4467-9E93-CC4521B283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6DE6-8BBA-4EBF-BFDA-AC520571F44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689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6DE6-8BBA-4EBF-BFDA-AC520571F44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818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6DE6-8BBA-4EBF-BFDA-AC520571F44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183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6DE6-8BBA-4EBF-BFDA-AC520571F44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199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4:00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6DE6-8BBA-4EBF-BFDA-AC520571F44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7049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6:00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6DE6-8BBA-4EBF-BFDA-AC520571F44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481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Exhibition only has one campaign: “</a:t>
            </a:r>
            <a:r>
              <a:rPr lang="fr-FR" sz="1200"/>
              <a:t>EXH_B2C_G&amp;E_National_CA_CONS_NON_EN_S CEA EXH 001_CP2K790 </a:t>
            </a:r>
            <a:r>
              <a:rPr lang="fr-FR"/>
              <a:t>"</a:t>
            </a:r>
            <a:endParaRPr 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6DE6-8BBA-4EBF-BFDA-AC520571F44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2172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10:00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6DE6-8BBA-4EBF-BFDA-AC520571F44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6990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13:00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6DE6-8BBA-4EBF-BFDA-AC520571F44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2151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14:00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6DE6-8BBA-4EBF-BFDA-AC520571F44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0729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16:00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6DE6-8BBA-4EBF-BFDA-AC520571F44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5167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18:00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6DE6-8BBA-4EBF-BFDA-AC520571F44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3770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22:00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6DE6-8BBA-4EBF-BFDA-AC520571F445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4938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7B7C5-BBA4-A8C6-9B1C-AF7595DFF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60614A-B66A-1AAD-2897-EE6F05C56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6F6DC4-383A-136C-9DB1-58108B227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Split social into Snapchat, TikTok, Other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8FF4C-D18A-0E1B-E3A8-5807E0F0D6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6DE6-8BBA-4EBF-BFDA-AC520571F445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2213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A4CEA-4CF1-4C8A-96C1-8E753BCC5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B49AF1-457C-CA61-4F24-1CE8AC6386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536AC2-B65C-4217-55D7-0ACADA33C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Split social into Snapchat, TikTok, Other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27A63-80FD-B7EC-BD13-54AA11C126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6DE6-8BBA-4EBF-BFDA-AC520571F445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6271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6DE6-8BBA-4EBF-BFDA-AC520571F445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242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27:00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6DE6-8BBA-4EBF-BFDA-AC520571F445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6229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30:00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6DE6-8BBA-4EBF-BFDA-AC520571F445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9765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32:00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6DE6-8BBA-4EBF-BFDA-AC520571F445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380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34:00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6DE6-8BBA-4EBF-BFDA-AC520571F445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6753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35:00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6DE6-8BBA-4EBF-BFDA-AC520571F445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6943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6DE6-8BBA-4EBF-BFDA-AC520571F445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4549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6DE6-8BBA-4EBF-BFDA-AC520571F445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41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4" y="293692"/>
            <a:ext cx="6997145" cy="937312"/>
          </a:xfrm>
        </p:spPr>
        <p:txBody>
          <a:bodyPr/>
          <a:lstStyle>
            <a:lvl1pPr marL="552546">
              <a:defRPr cap="all" spc="134" baseline="0">
                <a:solidFill>
                  <a:schemeClr val="tx1"/>
                </a:solidFill>
                <a:latin typeface="MarkOT-CondBlack" panose="020B0504020101010102" pitchFamily="34" charset="77"/>
              </a:defRPr>
            </a:lvl1pPr>
          </a:lstStyle>
          <a:p>
            <a:r>
              <a:rPr lang="en-CA"/>
              <a:t>edit Master title style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030C080-5A9A-4546-86D1-1405B471AD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992" y="1600203"/>
            <a:ext cx="10966409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39294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320">
          <p15:clr>
            <a:srgbClr val="FBAE40"/>
          </p15:clr>
        </p15:guide>
        <p15:guide id="5" pos="7679">
          <p15:clr>
            <a:srgbClr val="FBAE40"/>
          </p15:clr>
        </p15:guide>
        <p15:guide id="6" pos="76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4465" y="2908929"/>
            <a:ext cx="10888105" cy="771538"/>
          </a:xfrm>
          <a:noFill/>
        </p:spPr>
        <p:txBody>
          <a:bodyPr anchor="ctr">
            <a:noAutofit/>
          </a:bodyPr>
          <a:lstStyle>
            <a:lvl1pPr marL="475411" algn="ctr">
              <a:defRPr sz="5000" b="1" i="0" cap="all" spc="150" baseline="0">
                <a:solidFill>
                  <a:schemeClr val="tx1"/>
                </a:solidFill>
                <a:latin typeface="MarkOT-Ultra" panose="020B0504020101010102" pitchFamily="34" charset="77"/>
              </a:defRPr>
            </a:lvl1pPr>
          </a:lstStyle>
          <a:p>
            <a:r>
              <a:rPr lang="en-CA"/>
              <a:t>title within section</a:t>
            </a:r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11017782" y="6482244"/>
            <a:ext cx="0" cy="26145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ubtitle 2">
            <a:extLst>
              <a:ext uri="{FF2B5EF4-FFF2-40B4-BE49-F238E27FC236}">
                <a16:creationId xmlns:a16="http://schemas.microsoft.com/office/drawing/2014/main" id="{CCFE287D-E51E-D340-890D-F7BEF2DC41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4465" y="2546352"/>
            <a:ext cx="10888105" cy="362579"/>
          </a:xfrm>
        </p:spPr>
        <p:txBody>
          <a:bodyPr>
            <a:normAutofit/>
          </a:bodyPr>
          <a:lstStyle>
            <a:lvl1pPr marL="0" indent="0" algn="ctr">
              <a:buNone/>
              <a:defRPr sz="2200" b="0" i="0" cap="all" spc="50" baseline="0">
                <a:solidFill>
                  <a:schemeClr val="accent3"/>
                </a:solidFill>
                <a:latin typeface="MarkOT-CondBlack" panose="020B0504020101010102" pitchFamily="34" charset="77"/>
              </a:defRPr>
            </a:lvl1pPr>
            <a:lvl2pPr marL="6095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0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5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0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Which agenda section you are in (optional as part #)</a:t>
            </a:r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EB2B71C-6862-2C4E-A1EE-551BECFCC872}"/>
              </a:ext>
            </a:extLst>
          </p:cNvPr>
          <p:cNvCxnSpPr/>
          <p:nvPr/>
        </p:nvCxnSpPr>
        <p:spPr>
          <a:xfrm>
            <a:off x="11017782" y="6482244"/>
            <a:ext cx="0" cy="26145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2719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1A1E049-F501-CA47-A70F-BCBC652FD9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93692"/>
            <a:ext cx="11438909" cy="9373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CA"/>
              <a:t>Click to add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330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gular">
  <p:cSld name="Regula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05567" y="91051"/>
            <a:ext cx="9554400" cy="754000"/>
          </a:xfrm>
          <a:prstGeom prst="rect">
            <a:avLst/>
          </a:prstGeom>
        </p:spPr>
        <p:txBody>
          <a:bodyPr spcFirstLastPara="1" wrap="square" lIns="91500" tIns="91500" rIns="91500" bIns="915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71534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1873B-FF8A-8A4F-BA18-B5B99A2B8B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BA94E44-0B3B-1C4B-A138-633FD67A2BB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170518" y="2091267"/>
            <a:ext cx="4474633" cy="3278718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1" i="0" cap="all" spc="134">
                <a:solidFill>
                  <a:schemeClr val="tx2"/>
                </a:solidFill>
                <a:latin typeface="MarkOT-CondBlack" panose="020B0504020101010102" pitchFamily="34" charset="77"/>
              </a:defRPr>
            </a:lvl1pPr>
            <a:lvl2pPr marL="609562" indent="0">
              <a:buFontTx/>
              <a:buNone/>
              <a:defRPr sz="1867" b="1" i="0" cap="all" spc="134">
                <a:solidFill>
                  <a:schemeClr val="tx1"/>
                </a:solidFill>
                <a:latin typeface="MarkOT-CondBlack" panose="020B0504020101010102" pitchFamily="34" charset="77"/>
              </a:defRPr>
            </a:lvl2pPr>
            <a:lvl3pPr marL="1219124" indent="0">
              <a:buFontTx/>
              <a:buNone/>
              <a:defRPr sz="1867" b="1" i="0" cap="all" spc="134">
                <a:solidFill>
                  <a:schemeClr val="tx1"/>
                </a:solidFill>
                <a:latin typeface="MarkOT-CondBlack" panose="020B0504020101010102" pitchFamily="34" charset="77"/>
              </a:defRPr>
            </a:lvl3pPr>
            <a:lvl4pPr marL="1828686" indent="0">
              <a:buFontTx/>
              <a:buNone/>
              <a:defRPr sz="1867" b="1" i="0" cap="all" spc="134">
                <a:solidFill>
                  <a:schemeClr val="tx1"/>
                </a:solidFill>
                <a:latin typeface="MarkOT-CondBlack" panose="020B0504020101010102" pitchFamily="34" charset="77"/>
              </a:defRPr>
            </a:lvl4pPr>
            <a:lvl5pPr marL="2438248" indent="0">
              <a:buFontTx/>
              <a:buNone/>
              <a:defRPr sz="1867" b="1" i="0" cap="all" spc="134">
                <a:solidFill>
                  <a:schemeClr val="tx1"/>
                </a:solidFill>
                <a:latin typeface="MarkOT-CondBlack" panose="020B0504020101010102" pitchFamily="34" charset="77"/>
              </a:defRPr>
            </a:lvl5pPr>
          </a:lstStyle>
          <a:p>
            <a:pPr lvl="0"/>
            <a:r>
              <a:rPr lang="en-US"/>
              <a:t>Agenda Item 1</a:t>
            </a:r>
          </a:p>
          <a:p>
            <a:pPr lvl="0"/>
            <a:r>
              <a:rPr lang="en-US"/>
              <a:t>Agenda item 2</a:t>
            </a:r>
          </a:p>
          <a:p>
            <a:pPr lvl="0"/>
            <a:r>
              <a:rPr lang="en-US"/>
              <a:t>Agenda item 3</a:t>
            </a:r>
          </a:p>
          <a:p>
            <a:pPr lvl="0"/>
            <a:r>
              <a:rPr lang="en-US"/>
              <a:t>Agenda item 4</a:t>
            </a:r>
          </a:p>
          <a:p>
            <a:pPr lvl="0"/>
            <a:r>
              <a:rPr lang="en-US"/>
              <a:t>Agenda item 5</a:t>
            </a:r>
          </a:p>
          <a:p>
            <a:pPr lvl="0"/>
            <a:r>
              <a:rPr lang="en-US"/>
              <a:t>Agenda item 6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00E361FD-B701-D042-A422-6E4CD9064F3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44726" y="2091267"/>
            <a:ext cx="4474633" cy="3278718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1" i="0" cap="all" spc="134">
                <a:solidFill>
                  <a:schemeClr val="tx2"/>
                </a:solidFill>
                <a:latin typeface="MarkOT-CondBlack" panose="020B0504020101010102" pitchFamily="34" charset="77"/>
              </a:defRPr>
            </a:lvl1pPr>
            <a:lvl2pPr marL="609562" indent="0">
              <a:buFontTx/>
              <a:buNone/>
              <a:defRPr sz="1867" b="1" i="0" cap="all" spc="134">
                <a:solidFill>
                  <a:schemeClr val="tx1"/>
                </a:solidFill>
                <a:latin typeface="MarkOT-CondBlack" panose="020B0504020101010102" pitchFamily="34" charset="77"/>
              </a:defRPr>
            </a:lvl2pPr>
            <a:lvl3pPr marL="1219124" indent="0">
              <a:buFontTx/>
              <a:buNone/>
              <a:defRPr sz="1867" b="1" i="0" cap="all" spc="134">
                <a:solidFill>
                  <a:schemeClr val="tx1"/>
                </a:solidFill>
                <a:latin typeface="MarkOT-CondBlack" panose="020B0504020101010102" pitchFamily="34" charset="77"/>
              </a:defRPr>
            </a:lvl3pPr>
            <a:lvl4pPr marL="1828686" indent="0">
              <a:buFontTx/>
              <a:buNone/>
              <a:defRPr sz="1867" b="1" i="0" cap="all" spc="134">
                <a:solidFill>
                  <a:schemeClr val="tx1"/>
                </a:solidFill>
                <a:latin typeface="MarkOT-CondBlack" panose="020B0504020101010102" pitchFamily="34" charset="77"/>
              </a:defRPr>
            </a:lvl4pPr>
            <a:lvl5pPr marL="2438248" indent="0">
              <a:buFontTx/>
              <a:buNone/>
              <a:defRPr sz="1867" b="1" i="0" cap="all" spc="134">
                <a:solidFill>
                  <a:schemeClr val="tx1"/>
                </a:solidFill>
                <a:latin typeface="MarkOT-CondBlack" panose="020B0504020101010102" pitchFamily="34" charset="77"/>
              </a:defRPr>
            </a:lvl5pPr>
          </a:lstStyle>
          <a:p>
            <a:pPr lvl="0"/>
            <a:r>
              <a:rPr lang="en-US"/>
              <a:t>Agenda Item 7</a:t>
            </a:r>
          </a:p>
          <a:p>
            <a:pPr lvl="0"/>
            <a:r>
              <a:rPr lang="en-US"/>
              <a:t>Agenda item 8</a:t>
            </a:r>
          </a:p>
          <a:p>
            <a:pPr lvl="0"/>
            <a:r>
              <a:rPr lang="en-US"/>
              <a:t>Agenda item 9</a:t>
            </a:r>
          </a:p>
          <a:p>
            <a:pPr lvl="0"/>
            <a:r>
              <a:rPr lang="en-US"/>
              <a:t>Agenda item 10</a:t>
            </a:r>
          </a:p>
          <a:p>
            <a:pPr lvl="0"/>
            <a:r>
              <a:rPr lang="en-US"/>
              <a:t>Agenda item 11</a:t>
            </a:r>
          </a:p>
          <a:p>
            <a:pPr lvl="0"/>
            <a:r>
              <a:rPr lang="en-US"/>
              <a:t>Agenda item 12</a:t>
            </a:r>
          </a:p>
        </p:txBody>
      </p:sp>
    </p:spTree>
    <p:extLst>
      <p:ext uri="{BB962C8B-B14F-4D97-AF65-F5344CB8AC3E}">
        <p14:creationId xmlns:p14="http://schemas.microsoft.com/office/powerpoint/2010/main" val="2408652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86680" y="2908929"/>
            <a:ext cx="10363200" cy="771538"/>
          </a:xfrm>
          <a:noFill/>
        </p:spPr>
        <p:txBody>
          <a:bodyPr anchor="ctr">
            <a:noAutofit/>
          </a:bodyPr>
          <a:lstStyle>
            <a:lvl1pPr marL="0" algn="ctr">
              <a:defRPr sz="5000" b="1" i="0" cap="all" spc="150" baseline="0">
                <a:solidFill>
                  <a:schemeClr val="bg1"/>
                </a:solidFill>
                <a:latin typeface="MarkOT-Ultra" panose="020B0504020101010102" pitchFamily="34" charset="77"/>
              </a:defRPr>
            </a:lvl1pPr>
          </a:lstStyle>
          <a:p>
            <a:r>
              <a:rPr lang="en-CA"/>
              <a:t>title within section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BE4C63-2B80-CA4E-AD81-0587C453EC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6680" y="2546350"/>
            <a:ext cx="10363200" cy="362579"/>
          </a:xfrm>
        </p:spPr>
        <p:txBody>
          <a:bodyPr>
            <a:normAutofit/>
          </a:bodyPr>
          <a:lstStyle>
            <a:lvl1pPr marL="0" indent="0" algn="ctr">
              <a:buNone/>
              <a:defRPr sz="2200" b="0" i="0" cap="all" spc="50" baseline="0">
                <a:solidFill>
                  <a:schemeClr val="accent3"/>
                </a:solidFill>
                <a:latin typeface="MarkOT-CondBlack" panose="020B0504020101010102" pitchFamily="34" charset="77"/>
              </a:defRPr>
            </a:lvl1pPr>
            <a:lvl2pPr marL="6095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Which agenda section you are in (optional as part #)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564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" y="293692"/>
            <a:ext cx="11414413" cy="937312"/>
          </a:xfrm>
        </p:spPr>
        <p:txBody>
          <a:bodyPr/>
          <a:lstStyle>
            <a:lvl1pPr>
              <a:defRPr/>
            </a:lvl1pPr>
          </a:lstStyle>
          <a:p>
            <a:r>
              <a:rPr lang="en-CA"/>
              <a:t>Click to add title</a:t>
            </a:r>
            <a:endParaRPr lang="en-US"/>
          </a:p>
        </p:txBody>
      </p:sp>
      <p:sp>
        <p:nvSpPr>
          <p:cNvPr id="6" name="Chart Placeholder 5"/>
          <p:cNvSpPr>
            <a:spLocks noGrp="1"/>
          </p:cNvSpPr>
          <p:nvPr>
            <p:ph type="chart" sz="quarter" idx="12"/>
          </p:nvPr>
        </p:nvSpPr>
        <p:spPr>
          <a:xfrm>
            <a:off x="821268" y="1602318"/>
            <a:ext cx="9950451" cy="4233334"/>
          </a:xfr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  <a:lvl2pPr marL="180000" indent="0" algn="ctr">
              <a:buNone/>
              <a:defRPr/>
            </a:lvl2pPr>
          </a:lstStyle>
          <a:p>
            <a:pPr lvl="1"/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362884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resentation Start -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16350" y="3536954"/>
            <a:ext cx="5880713" cy="387346"/>
          </a:xfrm>
        </p:spPr>
        <p:txBody>
          <a:bodyPr>
            <a:normAutofit/>
          </a:bodyPr>
          <a:lstStyle>
            <a:lvl1pPr marL="0" indent="0" algn="l">
              <a:buNone/>
              <a:defRPr sz="2200" b="0" i="0" cap="all" spc="50" baseline="0">
                <a:solidFill>
                  <a:schemeClr val="accent3"/>
                </a:solidFill>
                <a:latin typeface="MarkOT-CondBlack" panose="020B0504020101010102" pitchFamily="34" charset="77"/>
              </a:defRPr>
            </a:lvl1pPr>
            <a:lvl2pPr marL="6095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With graphic background</a:t>
            </a:r>
            <a:endParaRPr lang="en-US"/>
          </a:p>
        </p:txBody>
      </p:sp>
      <p:pic>
        <p:nvPicPr>
          <p:cNvPr id="5" name="Picture 4" descr="Cineplex-Logo-Final2015_RGB_4CK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7440" y="5930668"/>
            <a:ext cx="1881944" cy="5606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EF53D2-B1B2-3140-99E0-FABF4A6D7D51}"/>
              </a:ext>
            </a:extLst>
          </p:cNvPr>
          <p:cNvSpPr txBox="1"/>
          <p:nvPr/>
        </p:nvSpPr>
        <p:spPr>
          <a:xfrm>
            <a:off x="609609" y="6274820"/>
            <a:ext cx="68051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b="0" i="0" baseline="0">
                <a:solidFill>
                  <a:schemeClr val="bg1"/>
                </a:solidFill>
                <a:latin typeface="MarkOT"/>
                <a:ea typeface="Lucida Grande"/>
                <a:cs typeface="MarkOT-Light"/>
              </a:rPr>
              <a:t>© Cineplex Inc., This document is confidential and may not be shared, distributed or reproduced without permission.</a:t>
            </a:r>
            <a:endParaRPr lang="en-US" sz="900" b="0" i="0" baseline="0">
              <a:solidFill>
                <a:schemeClr val="bg1"/>
              </a:solidFill>
              <a:latin typeface="MarkOT"/>
              <a:cs typeface="MarkOT-Light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E972FA5-2A86-E749-BF0D-CD0974FBF57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5951" y="698500"/>
            <a:ext cx="10941801" cy="2914654"/>
          </a:xfrm>
        </p:spPr>
        <p:txBody>
          <a:bodyPr anchor="b">
            <a:noAutofit/>
          </a:bodyPr>
          <a:lstStyle>
            <a:lvl1pPr marL="0" algn="l" fontAlgn="b" hangingPunct="0">
              <a:spcAft>
                <a:spcPts val="0"/>
              </a:spcAft>
              <a:defRPr sz="5500" b="1" i="0" spc="150" baseline="0">
                <a:solidFill>
                  <a:schemeClr val="bg1"/>
                </a:solidFill>
                <a:latin typeface="MarkOT-Ultra" panose="020B0504020101010102" pitchFamily="34" charset="77"/>
              </a:defRPr>
            </a:lvl1pPr>
          </a:lstStyle>
          <a:p>
            <a:r>
              <a:rPr lang="en-CA"/>
              <a:t>Presentation </a:t>
            </a:r>
            <a:r>
              <a:rPr lang="en-CA" err="1"/>
              <a:t>starT</a:t>
            </a:r>
            <a:r>
              <a:rPr lang="en-CA"/>
              <a:t> slide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1C790A-88C2-4515-ABB3-F3281E5446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350" y="3953055"/>
            <a:ext cx="6131129" cy="255797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Department Making Presentation (Optional) June 28, 2021</a:t>
            </a:r>
          </a:p>
        </p:txBody>
      </p:sp>
      <p:pic>
        <p:nvPicPr>
          <p:cNvPr id="8" name="Picture 7" descr="Cineplex-Logo-Final2015_RGB_4CKO.png">
            <a:extLst>
              <a:ext uri="{FF2B5EF4-FFF2-40B4-BE49-F238E27FC236}">
                <a16:creationId xmlns:a16="http://schemas.microsoft.com/office/drawing/2014/main" id="{2BFE591A-9B04-954F-910F-EA423AB214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7440" y="5930668"/>
            <a:ext cx="1881944" cy="5606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B61DEA7-D44B-8C4E-9DAB-E9CC545FD554}"/>
              </a:ext>
            </a:extLst>
          </p:cNvPr>
          <p:cNvSpPr txBox="1"/>
          <p:nvPr/>
        </p:nvSpPr>
        <p:spPr>
          <a:xfrm>
            <a:off x="609609" y="6274820"/>
            <a:ext cx="68051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b="0" i="0" baseline="0">
                <a:solidFill>
                  <a:schemeClr val="bg1"/>
                </a:solidFill>
                <a:latin typeface="MarkOT"/>
                <a:ea typeface="Lucida Grande"/>
                <a:cs typeface="MarkOT-Light"/>
              </a:rPr>
              <a:t>© Cineplex Inc., This document is confidential and may not be shared, distributed or reproduced without permission.</a:t>
            </a:r>
            <a:endParaRPr lang="en-US" sz="900" b="0" i="0" baseline="0">
              <a:solidFill>
                <a:schemeClr val="bg1"/>
              </a:solidFill>
              <a:latin typeface="MarkOT"/>
              <a:cs typeface="MarkOT-Light"/>
            </a:endParaRPr>
          </a:p>
        </p:txBody>
      </p:sp>
    </p:spTree>
    <p:extLst>
      <p:ext uri="{BB962C8B-B14F-4D97-AF65-F5344CB8AC3E}">
        <p14:creationId xmlns:p14="http://schemas.microsoft.com/office/powerpoint/2010/main" val="3684272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320">
          <p15:clr>
            <a:srgbClr val="FBAE40"/>
          </p15:clr>
        </p15:guide>
        <p15:guide id="5" pos="7679">
          <p15:clr>
            <a:srgbClr val="FBAE40"/>
          </p15:clr>
        </p15:guide>
        <p15:guide id="6" pos="76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5F20588F-FA97-48FD-A13B-F1C431A82E9C}" type="slidenum">
              <a:rPr lang="en-US" smtClean="0"/>
              <a:t>‹#›</a:t>
            </a:fld>
            <a:endParaRPr lang="en-US"/>
          </a:p>
        </p:txBody>
      </p:sp>
      <p:pic>
        <p:nvPicPr>
          <p:cNvPr id="38" name="Google Shape;3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5934" y="1297700"/>
            <a:ext cx="1424301" cy="59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100" y="6390084"/>
            <a:ext cx="164304" cy="17990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8"/>
          <p:cNvSpPr txBox="1"/>
          <p:nvPr/>
        </p:nvSpPr>
        <p:spPr>
          <a:xfrm>
            <a:off x="617633" y="6217633"/>
            <a:ext cx="37024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4667" tIns="124667" rIns="124667" bIns="124667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subTitle" idx="2"/>
          </p:nvPr>
        </p:nvSpPr>
        <p:spPr>
          <a:xfrm>
            <a:off x="1388300" y="6271500"/>
            <a:ext cx="2776800" cy="4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67"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" name="Google Shape;42;p8"/>
          <p:cNvSpPr txBox="1"/>
          <p:nvPr/>
        </p:nvSpPr>
        <p:spPr>
          <a:xfrm>
            <a:off x="617633" y="6217633"/>
            <a:ext cx="9720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4667" tIns="124667" rIns="124667" bIns="124667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7">
                <a:latin typeface="Poppins Light"/>
                <a:ea typeface="Poppins Light"/>
                <a:cs typeface="Poppins Light"/>
                <a:sym typeface="Poppins Light"/>
              </a:rPr>
              <a:t>NASCENT  | </a:t>
            </a:r>
            <a:endParaRPr sz="1067"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742257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s - End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3FABE87-8C4B-0D4F-8419-E1246BC448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4463" y="2908929"/>
            <a:ext cx="10888105" cy="771538"/>
          </a:xfrm>
          <a:noFill/>
        </p:spPr>
        <p:txBody>
          <a:bodyPr anchor="ctr">
            <a:noAutofit/>
          </a:bodyPr>
          <a:lstStyle>
            <a:lvl1pPr marL="475459" algn="ctr">
              <a:defRPr sz="5000" b="1" i="0" cap="all" spc="150" baseline="0">
                <a:solidFill>
                  <a:schemeClr val="bg1"/>
                </a:solidFill>
                <a:latin typeface="MarkOT-Ultra" panose="020B0504020101010102" pitchFamily="34" charset="77"/>
              </a:defRPr>
            </a:lvl1pPr>
          </a:lstStyle>
          <a:p>
            <a:r>
              <a:rPr lang="en-CA"/>
              <a:t>THANKS!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502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2" y="293692"/>
            <a:ext cx="11582397" cy="937312"/>
          </a:xfrm>
        </p:spPr>
        <p:txBody>
          <a:bodyPr/>
          <a:lstStyle>
            <a:lvl1pPr marL="552600">
              <a:defRPr cap="all" spc="134" baseline="0">
                <a:solidFill>
                  <a:schemeClr val="tx1"/>
                </a:solidFill>
                <a:latin typeface="MarkOT-CondBlack" panose="020B0504020101010102" pitchFamily="34" charset="77"/>
              </a:defRPr>
            </a:lvl1pPr>
          </a:lstStyle>
          <a:p>
            <a:r>
              <a:rPr lang="en-CA"/>
              <a:t>edit Master title style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030C080-5A9A-4546-86D1-1405B471AD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990" y="1600201"/>
            <a:ext cx="10966409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85532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320">
          <p15:clr>
            <a:srgbClr val="FBAE40"/>
          </p15:clr>
        </p15:guide>
        <p15:guide id="5" pos="7679">
          <p15:clr>
            <a:srgbClr val="FBAE40"/>
          </p15:clr>
        </p15:guide>
        <p15:guide id="6" pos="76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293692"/>
            <a:ext cx="6031831" cy="93731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600202"/>
            <a:ext cx="10972801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1017782" y="6461842"/>
            <a:ext cx="0" cy="26145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09601" y="6266906"/>
            <a:ext cx="109728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2472" y="6436809"/>
            <a:ext cx="402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C39E6DB-EC41-F34A-BD4E-CB3A11E33C4D}" type="slidenum">
              <a:rPr lang="en-US" sz="1200" spc="134" baseline="0" smtClean="0">
                <a:solidFill>
                  <a:schemeClr val="tx1"/>
                </a:solidFill>
                <a:latin typeface="MarkOT-CondBlack" panose="020B0504020101010102" pitchFamily="34" charset="77"/>
              </a:rPr>
              <a:t>‹#›</a:t>
            </a:fld>
            <a:endParaRPr lang="en-US" sz="1200" spc="134" baseline="0">
              <a:solidFill>
                <a:schemeClr val="tx1"/>
              </a:solidFill>
              <a:latin typeface="MarkOT-CondBlack" panose="020B0504020101010102" pitchFamily="34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69ED01-0715-2E4E-A756-C6AA40248CD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80181" y="6500147"/>
            <a:ext cx="679244" cy="18274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24B2027-B697-4A41-BDA1-99753397749E}"/>
              </a:ext>
            </a:extLst>
          </p:cNvPr>
          <p:cNvCxnSpPr/>
          <p:nvPr/>
        </p:nvCxnSpPr>
        <p:spPr>
          <a:xfrm>
            <a:off x="11017782" y="6461842"/>
            <a:ext cx="0" cy="26145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25E148E-B901-764D-892A-03E6A9E72126}"/>
              </a:ext>
            </a:extLst>
          </p:cNvPr>
          <p:cNvCxnSpPr/>
          <p:nvPr/>
        </p:nvCxnSpPr>
        <p:spPr>
          <a:xfrm>
            <a:off x="609601" y="6266906"/>
            <a:ext cx="109728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D795D7D-4129-ED46-82D7-07E0D8B0B079}"/>
              </a:ext>
            </a:extLst>
          </p:cNvPr>
          <p:cNvSpPr txBox="1"/>
          <p:nvPr/>
        </p:nvSpPr>
        <p:spPr>
          <a:xfrm>
            <a:off x="11152472" y="6436809"/>
            <a:ext cx="402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C39E6DB-EC41-F34A-BD4E-CB3A11E33C4D}" type="slidenum">
              <a:rPr lang="en-US" sz="1200" spc="134" baseline="0" smtClean="0">
                <a:solidFill>
                  <a:schemeClr val="tx1"/>
                </a:solidFill>
                <a:latin typeface="MarkOT-CondBlack" panose="020B0504020101010102" pitchFamily="34" charset="77"/>
              </a:rPr>
              <a:t>‹#›</a:t>
            </a:fld>
            <a:endParaRPr lang="en-US" sz="1200" spc="134" baseline="0">
              <a:solidFill>
                <a:schemeClr val="tx1"/>
              </a:solidFill>
              <a:latin typeface="MarkOT-CondBlack" panose="020B0504020101010102" pitchFamily="34" charset="77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3F963D3-4DF2-B14D-8458-0ACDE1720FC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80181" y="6500147"/>
            <a:ext cx="679244" cy="18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897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marL="552600" indent="0" algn="l" defTabSz="609562" rtl="0" eaLnBrk="1" latinLnBrk="0" hangingPunct="1">
        <a:spcBef>
          <a:spcPts val="0"/>
        </a:spcBef>
        <a:spcAft>
          <a:spcPts val="2400"/>
        </a:spcAft>
        <a:buFontTx/>
        <a:buNone/>
        <a:defRPr sz="2500" b="0" i="0" kern="1200" cap="all" spc="134" baseline="0">
          <a:solidFill>
            <a:schemeClr val="tx1"/>
          </a:solidFill>
          <a:latin typeface="MarkOT-CondBlack" panose="020B0504020101010102" pitchFamily="34" charset="77"/>
          <a:ea typeface="+mj-ea"/>
          <a:cs typeface="MarkOT-Heavy"/>
        </a:defRPr>
      </a:lvl1pPr>
    </p:titleStyle>
    <p:bodyStyle>
      <a:lvl1pPr marL="169172" indent="-180000" algn="l" defTabSz="609562" rtl="0" eaLnBrk="1" latinLnBrk="0" hangingPunct="1">
        <a:spcBef>
          <a:spcPct val="20000"/>
        </a:spcBef>
        <a:buFont typeface="Arial"/>
        <a:buChar char="•"/>
        <a:defRPr sz="2400" kern="1200" baseline="0">
          <a:solidFill>
            <a:schemeClr val="tx2"/>
          </a:solidFill>
          <a:latin typeface="MarkOT-Medium" panose="020B0504020101010102" pitchFamily="34" charset="77"/>
          <a:ea typeface="+mn-ea"/>
          <a:cs typeface="MarkOT-Italic"/>
        </a:defRPr>
      </a:lvl1pPr>
      <a:lvl2pPr marL="360000" indent="-180000" algn="l" defTabSz="609562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MarkOT-Italic"/>
        </a:defRPr>
      </a:lvl2pPr>
      <a:lvl3pPr marL="540000" indent="-180000" algn="l" defTabSz="60956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2"/>
          </a:solidFill>
          <a:latin typeface="+mn-lt"/>
          <a:ea typeface="+mn-ea"/>
          <a:cs typeface="MarkOT-Italic"/>
        </a:defRPr>
      </a:lvl3pPr>
      <a:lvl4pPr marL="720000" indent="-180000" algn="l" defTabSz="609562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MarkOT-Italic"/>
        </a:defRPr>
      </a:lvl4pPr>
      <a:lvl5pPr marL="900000" indent="-180000" algn="l" defTabSz="609562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MarkOT-Italic"/>
        </a:defRPr>
      </a:lvl5pPr>
      <a:lvl6pPr marL="3352591" indent="-304781" algn="l" defTabSz="609562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53" indent="-304781" algn="l" defTabSz="609562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15" indent="-304781" algn="l" defTabSz="609562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76" indent="-304781" algn="l" defTabSz="609562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6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62" algn="l" defTabSz="60956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24" algn="l" defTabSz="60956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86" algn="l" defTabSz="60956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48" algn="l" defTabSz="60956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10" algn="l" defTabSz="60956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72" algn="l" defTabSz="60956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34" algn="l" defTabSz="60956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95" algn="l" defTabSz="60956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293692"/>
            <a:ext cx="11582401" cy="93731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600202"/>
            <a:ext cx="10972801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1017782" y="6461842"/>
            <a:ext cx="0" cy="26145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09601" y="6266906"/>
            <a:ext cx="109728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2472" y="6436809"/>
            <a:ext cx="402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C39E6DB-EC41-F34A-BD4E-CB3A11E33C4D}" type="slidenum">
              <a:rPr lang="en-US" sz="1200" spc="134" baseline="0" smtClean="0">
                <a:solidFill>
                  <a:schemeClr val="tx1"/>
                </a:solidFill>
                <a:latin typeface="MarkOT-CondBlack" panose="020B0504020101010102" pitchFamily="34" charset="77"/>
              </a:rPr>
              <a:t>‹#›</a:t>
            </a:fld>
            <a:endParaRPr lang="en-US" sz="1200" spc="134" baseline="0">
              <a:solidFill>
                <a:schemeClr val="tx1"/>
              </a:solidFill>
              <a:latin typeface="MarkOT-CondBlack" panose="020B0504020101010102" pitchFamily="34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69ED01-0715-2E4E-A756-C6AA40248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181" y="6500147"/>
            <a:ext cx="679244" cy="18274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24B2027-B697-4A41-BDA1-99753397749E}"/>
              </a:ext>
            </a:extLst>
          </p:cNvPr>
          <p:cNvCxnSpPr/>
          <p:nvPr/>
        </p:nvCxnSpPr>
        <p:spPr>
          <a:xfrm>
            <a:off x="11017782" y="6461842"/>
            <a:ext cx="0" cy="26145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25E148E-B901-764D-892A-03E6A9E72126}"/>
              </a:ext>
            </a:extLst>
          </p:cNvPr>
          <p:cNvCxnSpPr/>
          <p:nvPr/>
        </p:nvCxnSpPr>
        <p:spPr>
          <a:xfrm>
            <a:off x="609601" y="6266906"/>
            <a:ext cx="109728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D795D7D-4129-ED46-82D7-07E0D8B0B079}"/>
              </a:ext>
            </a:extLst>
          </p:cNvPr>
          <p:cNvSpPr txBox="1"/>
          <p:nvPr/>
        </p:nvSpPr>
        <p:spPr>
          <a:xfrm>
            <a:off x="11152472" y="6436809"/>
            <a:ext cx="402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C39E6DB-EC41-F34A-BD4E-CB3A11E33C4D}" type="slidenum">
              <a:rPr lang="en-US" sz="1200" spc="134" baseline="0" smtClean="0">
                <a:solidFill>
                  <a:schemeClr val="tx1"/>
                </a:solidFill>
                <a:latin typeface="MarkOT-CondBlack" panose="020B0504020101010102" pitchFamily="34" charset="77"/>
              </a:rPr>
              <a:t>‹#›</a:t>
            </a:fld>
            <a:endParaRPr lang="en-US" sz="1200" spc="134" baseline="0">
              <a:solidFill>
                <a:schemeClr val="tx1"/>
              </a:solidFill>
              <a:latin typeface="MarkOT-CondBlack" panose="020B0504020101010102" pitchFamily="34" charset="77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3F963D3-4DF2-B14D-8458-0ACDE1720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181" y="6500147"/>
            <a:ext cx="679244" cy="18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812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marL="552600" indent="0" algn="l" defTabSz="609562" rtl="0" eaLnBrk="1" latinLnBrk="0" hangingPunct="1">
        <a:spcBef>
          <a:spcPts val="0"/>
        </a:spcBef>
        <a:spcAft>
          <a:spcPts val="2400"/>
        </a:spcAft>
        <a:buFontTx/>
        <a:buNone/>
        <a:defRPr sz="2500" b="0" i="0" kern="1200" cap="all" spc="134" baseline="0">
          <a:solidFill>
            <a:schemeClr val="tx1"/>
          </a:solidFill>
          <a:latin typeface="MarkOT-CondBlack" panose="020B0504020101010102" pitchFamily="34" charset="77"/>
          <a:ea typeface="+mj-ea"/>
          <a:cs typeface="MarkOT-Heavy"/>
        </a:defRPr>
      </a:lvl1pPr>
    </p:titleStyle>
    <p:bodyStyle>
      <a:lvl1pPr marL="169172" indent="-180000" algn="l" defTabSz="609562" rtl="0" eaLnBrk="1" latinLnBrk="0" hangingPunct="1">
        <a:spcBef>
          <a:spcPct val="20000"/>
        </a:spcBef>
        <a:buFont typeface="Arial"/>
        <a:buChar char="•"/>
        <a:defRPr sz="2400" kern="1200" baseline="0">
          <a:solidFill>
            <a:schemeClr val="tx2"/>
          </a:solidFill>
          <a:latin typeface="MarkOT-Medium" panose="020B0504020101010102" pitchFamily="34" charset="77"/>
          <a:ea typeface="+mn-ea"/>
          <a:cs typeface="MarkOT-Italic"/>
        </a:defRPr>
      </a:lvl1pPr>
      <a:lvl2pPr marL="360000" indent="-180000" algn="l" defTabSz="609562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MarkOT-Italic"/>
        </a:defRPr>
      </a:lvl2pPr>
      <a:lvl3pPr marL="540000" indent="-180000" algn="l" defTabSz="60956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2"/>
          </a:solidFill>
          <a:latin typeface="+mn-lt"/>
          <a:ea typeface="+mn-ea"/>
          <a:cs typeface="MarkOT-Italic"/>
        </a:defRPr>
      </a:lvl3pPr>
      <a:lvl4pPr marL="720000" indent="-180000" algn="l" defTabSz="609562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MarkOT-Italic"/>
        </a:defRPr>
      </a:lvl4pPr>
      <a:lvl5pPr marL="900000" indent="-180000" algn="l" defTabSz="609562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MarkOT-Italic"/>
        </a:defRPr>
      </a:lvl5pPr>
      <a:lvl6pPr marL="3352591" indent="-304781" algn="l" defTabSz="609562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53" indent="-304781" algn="l" defTabSz="609562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15" indent="-304781" algn="l" defTabSz="609562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76" indent="-304781" algn="l" defTabSz="609562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6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62" algn="l" defTabSz="60956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24" algn="l" defTabSz="60956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86" algn="l" defTabSz="60956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48" algn="l" defTabSz="60956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10" algn="l" defTabSz="60956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72" algn="l" defTabSz="60956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34" algn="l" defTabSz="60956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95" algn="l" defTabSz="60956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ineplex.sharepoint.com/sites/AnalyticsDataScience/_layouts/15/doc.aspx?sourcedoc=%7b6bcec55b-92ac-4695-946b-53547d6c5316%7d&amp;action=edi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ineplex.sharepoint.com/:x:/r/sites/AnalyticsDataScience/Shared%20Documents/Data%20Science%20%26%20Insights/Project%20Planning/Marketing%20Mix%20Modelling/Budget%20Allocation%20Tool%20-%20Channels.xlsx?d=wd53b2ea29fef408f99e0025bf93061a1&amp;csf=1&amp;web=1&amp;e=7nropV&amp;nav=MTVfezNBOEU3QTBGLURCQkItNDMxRC04MTk5LUIzREJDODQxQzAxQn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ineplex.sharepoint.com/:x:/r/sites/AnalyticsDataScience/Shared%20Documents/Data%20Science%20%26%20Insights/Project%20Planning/Marketing%20Mix%20Modelling/Budget%20Allocation%20Tool%20-%20Channels.xlsx?d=wd53b2ea29fef408f99e0025bf93061a1&amp;csf=1&amp;web=1&amp;e=9hgrSd&amp;nav=MTVfezk1NUQyRkRDLUJERjMtNDUxNS04MTEyLUYyN0FBRjRFRUI4M30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ineplex.sharepoint.com/:x:/r/sites/AnalyticsDataScience/Shared%20Documents/Data%20Science%20%26%20Insights/Project%20Planning/Marketing%20Mix%20Modelling/Budget%20Allocation%20Tool%20-%20Channels.xlsx?d=wd53b2ea29fef408f99e0025bf93061a1&amp;csf=1&amp;web=1&amp;e=xjXdbd&amp;nav=MTVfe0MxRDRFRDNELTQ0QjEtNDQwRC04RUIzLTVEODM4ODIxQzQ4NH0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s://cineplex.sharepoint.com/:x:/r/sites/AnalyticsDataScience/Shared%20Documents/Data%20Science%20%26%20Insights/Project%20Planning/Marketing%20Mix%20Modelling/Budget%20Allocation%20Tool%20-%20LOBs.xlsx?d=w4e184c9666b64954912d839598e8f99a&amp;csf=1&amp;web=1&amp;e=mfMsKd&amp;nav=MTVfezNBOEU3QTBGLURCQkItNDMxRC04MTk5LUIzREJDODQxQzAxQn0" TargetMode="Externa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cineplex.sharepoint.com/:x:/r/sites/AnalyticsDataScience/Shared%20Documents/Data%20Science%20%26%20Insights/Project%20Planning/Marketing%20Mix%20Modelling/Budget%20Allocation%20Tool%20-%20LOBs.xlsx?d=w4e184c9666b64954912d839598e8f99a&amp;csf=1&amp;web=1&amp;e=DIuQsc&amp;nav=MTVfezk1NUQyRkRDLUJERjMtNDUxNS04MTEyLUYyN0FBRjRFRUI4M30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cineplex.sharepoint.com/:x:/r/sites/AnalyticsDataScience/Shared%20Documents/Data%20Science%20%26%20Insights/Project%20Planning/Marketing%20Mix%20Modelling/Budget%20Allocation%20Tool%20-%20LOBs.xlsx?d=w4e184c9666b64954912d839598e8f99a&amp;csf=1&amp;web=1&amp;e=PkadGZ&amp;nav=MTVfe0MxRDRFRDNELTQ0QjEtNDQwRC04RUIzLTVEODM4ODIxQzQ4NH0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.png"/><Relationship Id="rId4" Type="http://schemas.openxmlformats.org/officeDocument/2006/relationships/image" Target="../media/image36.emf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CC1DC9F-0B28-1F19-FAB8-D50B28ED44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400">
                <a:latin typeface="MarkOT-CondBlack"/>
              </a:rPr>
              <a:t>Exhibition Insights &amp; Analytics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50FD90-52EA-E11C-1CD3-7962D66319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Marketing mix modelling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BC8EFC-BF77-E667-86B4-78A341126A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en-US" sz="1400"/>
              <a:t>Data Science &amp; Insights Team</a:t>
            </a:r>
          </a:p>
        </p:txBody>
      </p:sp>
    </p:spTree>
    <p:extLst>
      <p:ext uri="{BB962C8B-B14F-4D97-AF65-F5344CB8AC3E}">
        <p14:creationId xmlns:p14="http://schemas.microsoft.com/office/powerpoint/2010/main" val="2290366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2F416-6E04-F4CA-A0E6-48A0054E0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Opening scene: the agenda  </a:t>
            </a:r>
            <a:br>
              <a:rPr lang="en-US"/>
            </a:br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9716F6-D5CC-3EB9-AC72-6DA6F37776F6}"/>
              </a:ext>
            </a:extLst>
          </p:cNvPr>
          <p:cNvSpPr txBox="1"/>
          <p:nvPr/>
        </p:nvSpPr>
        <p:spPr>
          <a:xfrm>
            <a:off x="931492" y="1231004"/>
            <a:ext cx="8955992" cy="53553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AutoNum type="arabicPeriod"/>
            </a:pPr>
            <a:r>
              <a:rPr lang="en-US" b="1"/>
              <a:t>Budget Planning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Budget Scenarios by Attendance Estimates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Budget Summary by Funnel </a:t>
            </a:r>
          </a:p>
          <a:p>
            <a:pPr lvl="1"/>
            <a:endParaRPr lang="en-US"/>
          </a:p>
          <a:p>
            <a:pPr marL="342900" indent="-342900">
              <a:buAutoNum type="arabicPeriod" startAt="2"/>
            </a:pPr>
            <a:r>
              <a:rPr lang="en-US" b="1"/>
              <a:t>Channel Planning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ROI Analysis by Channel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Channel – Specific Performance Review </a:t>
            </a:r>
          </a:p>
          <a:p>
            <a:pPr lvl="1"/>
            <a:endParaRPr lang="en-US"/>
          </a:p>
          <a:p>
            <a:pPr marL="342900" indent="-342900">
              <a:buFont typeface="+mj-lt"/>
              <a:buAutoNum type="arabicPeriod" startAt="2"/>
            </a:pPr>
            <a:r>
              <a:rPr lang="en-US" b="1"/>
              <a:t>LOB Overview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ROI Analysis by LOB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Flighting and Insights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LOB Budget Summary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LOB – Specific Performance Review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>
              <a:buAutoNum type="arabicPeriod" startAt="2"/>
            </a:pPr>
            <a:endParaRPr lang="en-US"/>
          </a:p>
          <a:p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54A557-4CF1-9B6E-8F46-25B93654AEE0}"/>
              </a:ext>
            </a:extLst>
          </p:cNvPr>
          <p:cNvSpPr txBox="1"/>
          <p:nvPr/>
        </p:nvSpPr>
        <p:spPr>
          <a:xfrm>
            <a:off x="564021" y="5796884"/>
            <a:ext cx="10707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/>
              <a:t>This iteration of MMM accounts for data Q2 2023 to Q1 2025</a:t>
            </a:r>
            <a:endParaRPr lang="en-CA" sz="1400" i="1"/>
          </a:p>
        </p:txBody>
      </p:sp>
    </p:spTree>
    <p:extLst>
      <p:ext uri="{BB962C8B-B14F-4D97-AF65-F5344CB8AC3E}">
        <p14:creationId xmlns:p14="http://schemas.microsoft.com/office/powerpoint/2010/main" val="304228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BF306-B021-31BC-CFBD-153B2363C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529BE-489A-92D6-C412-26DF5A0CD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MarkOT-Ultra"/>
              </a:rPr>
              <a:t>Summary OF OUTPUTS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936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1955B2A-D3B7-C0BB-C879-669786E87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3692"/>
            <a:ext cx="11438909" cy="937312"/>
          </a:xfrm>
        </p:spPr>
        <p:txBody>
          <a:bodyPr/>
          <a:lstStyle/>
          <a:p>
            <a:r>
              <a:rPr lang="en-US" dirty="0"/>
              <a:t>Scenario analysis methodology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7E81C-5B6E-3479-E1AE-3434674E87A7}"/>
              </a:ext>
            </a:extLst>
          </p:cNvPr>
          <p:cNvSpPr txBox="1"/>
          <p:nvPr/>
        </p:nvSpPr>
        <p:spPr>
          <a:xfrm>
            <a:off x="581025" y="1230296"/>
            <a:ext cx="6867525" cy="47397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u="sng" dirty="0"/>
              <a:t>Approach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The model analyzes campaign </a:t>
            </a:r>
            <a:r>
              <a:rPr lang="en-US" sz="1400"/>
              <a:t>spend throughout 2024 </a:t>
            </a:r>
            <a:r>
              <a:rPr lang="en-US" sz="1400" dirty="0"/>
              <a:t>and corresponding EXH attendance to simulate a budget curve. Each week’s spend is mapped to its contribution, with thousands of simulations generating a best-fit curve.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u="sng" dirty="0"/>
              <a:t>Methodology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Simulations assume a realistic spend ceiling based on domain knowledge to estimate where marginal returns begin to diminish significantly.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u="sng" dirty="0"/>
              <a:t>Output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The resulting budget curve illustrates expected returns at different spend levels, with Marginal ROI calculated as the slope at each point along the curve.</a:t>
            </a:r>
          </a:p>
          <a:p>
            <a:pPr>
              <a:spcAft>
                <a:spcPts val="600"/>
              </a:spcAft>
            </a:pP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u="sng" dirty="0"/>
              <a:t>Variables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Weekly media spend is used as the predictor, and weekly campaign contributions to LBE transactions are the predicted variable</a:t>
            </a:r>
          </a:p>
        </p:txBody>
      </p:sp>
      <p:pic>
        <p:nvPicPr>
          <p:cNvPr id="3082" name="Picture 10">
            <a:extLst>
              <a:ext uri="{FF2B5EF4-FFF2-40B4-BE49-F238E27FC236}">
                <a16:creationId xmlns:a16="http://schemas.microsoft.com/office/drawing/2014/main" id="{A6F38E6E-DA04-51F3-A73B-0186DCF610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37"/>
          <a:stretch>
            <a:fillRect/>
          </a:stretch>
        </p:blipFill>
        <p:spPr bwMode="auto">
          <a:xfrm>
            <a:off x="7620000" y="1544004"/>
            <a:ext cx="3990975" cy="3769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28AD2C-1929-3F43-CCBC-4D0640A01138}"/>
              </a:ext>
            </a:extLst>
          </p:cNvPr>
          <p:cNvSpPr txBox="1"/>
          <p:nvPr/>
        </p:nvSpPr>
        <p:spPr>
          <a:xfrm>
            <a:off x="8520112" y="5313995"/>
            <a:ext cx="2190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000000"/>
                </a:solidFill>
                <a:latin typeface="MarkOT-Medium"/>
              </a:rPr>
              <a:t>(Above is an example and does not represent actual data)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rkOT-Medium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8553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C383E-6D11-DA2D-E813-3F15F62FA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1C260C-23CF-10EF-C4FF-AE9B737B8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644" y="1222643"/>
            <a:ext cx="6586315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F5E572-B66A-2101-15B9-6AE95129A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SCENARIO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8A25A3-9AAE-22E4-C39C-17CE3C1F6FBC}"/>
              </a:ext>
            </a:extLst>
          </p:cNvPr>
          <p:cNvSpPr txBox="1"/>
          <p:nvPr/>
        </p:nvSpPr>
        <p:spPr>
          <a:xfrm>
            <a:off x="1763649" y="1633155"/>
            <a:ext cx="528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2024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4FC38A-8064-CB8E-CA98-2C5A94F47907}"/>
              </a:ext>
            </a:extLst>
          </p:cNvPr>
          <p:cNvSpPr txBox="1"/>
          <p:nvPr/>
        </p:nvSpPr>
        <p:spPr>
          <a:xfrm>
            <a:off x="7166959" y="1230296"/>
            <a:ext cx="4427053" cy="46474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Current Spend (~$3.1M) is in the Steep-Growth Zone. Implying solid returns on each additional dollar spent.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curve continues to rise steadily beyond the current spend, indicating room for growth.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Increasing budget modestly (e.g. $1M-$2M more) would likely still generate strong incremental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Increasing the budget from around $4M to $5M would result in $4M additional revenue contribution.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Returns on additional spend diminish as the budget increases. At one point, the budget would have to increase by $4M to receive $1M in revenue contribution.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05845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35B80504-6471-BBDC-B312-0951BCE38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99" y="1230296"/>
            <a:ext cx="6595459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1051E4-AFD9-D3C8-3958-F2FAE9C14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SCENARIO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44A449-140A-52C5-73E9-A34661338E83}"/>
              </a:ext>
            </a:extLst>
          </p:cNvPr>
          <p:cNvSpPr txBox="1"/>
          <p:nvPr/>
        </p:nvSpPr>
        <p:spPr>
          <a:xfrm>
            <a:off x="1785081" y="1635107"/>
            <a:ext cx="4940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2024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BDD10C-AA20-4FA2-E4D7-0CB966D112AD}"/>
              </a:ext>
            </a:extLst>
          </p:cNvPr>
          <p:cNvSpPr txBox="1"/>
          <p:nvPr/>
        </p:nvSpPr>
        <p:spPr>
          <a:xfrm>
            <a:off x="2891883" y="1635107"/>
            <a:ext cx="4956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485139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D923B-6464-47BC-2D92-CB2D77DA0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CA0C6-34F9-094A-4311-22A004FE8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3692"/>
            <a:ext cx="11438909" cy="937312"/>
          </a:xfrm>
        </p:spPr>
        <p:txBody>
          <a:bodyPr/>
          <a:lstStyle/>
          <a:p>
            <a:pPr marL="552450"/>
            <a:r>
              <a:rPr lang="en-US" dirty="0"/>
              <a:t>BUDGET SCENARIO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EBCAC3-025C-1D9B-ED3A-756324D73AA9}"/>
              </a:ext>
            </a:extLst>
          </p:cNvPr>
          <p:cNvSpPr txBox="1"/>
          <p:nvPr/>
        </p:nvSpPr>
        <p:spPr>
          <a:xfrm>
            <a:off x="574109" y="5939424"/>
            <a:ext cx="220249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400">
                <a:solidFill>
                  <a:srgbClr val="0857C3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worksheet</a:t>
            </a:r>
            <a:endParaRPr lang="en-US">
              <a:solidFill>
                <a:srgbClr val="0857C3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3B0F94-F957-243F-9F59-09AECE813677}"/>
              </a:ext>
            </a:extLst>
          </p:cNvPr>
          <p:cNvSpPr txBox="1"/>
          <p:nvPr/>
        </p:nvSpPr>
        <p:spPr>
          <a:xfrm>
            <a:off x="7845552" y="1165688"/>
            <a:ext cx="3736847" cy="14927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00"/>
              <a:t>Notes: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/>
              <a:t>Media Profit Contribution assumes revenue of $23.6 per attendee with a 65% gross profit margin.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/>
              <a:t>Marginal Revenue ROI assumes revenue of $23.6 per attendee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BEB155F-D1A7-2B28-ACA9-98150F6AB2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728367"/>
              </p:ext>
            </p:extLst>
          </p:nvPr>
        </p:nvGraphicFramePr>
        <p:xfrm>
          <a:off x="566056" y="1219200"/>
          <a:ext cx="7136005" cy="3494320"/>
        </p:xfrm>
        <a:graphic>
          <a:graphicData uri="http://schemas.openxmlformats.org/drawingml/2006/table">
            <a:tbl>
              <a:tblPr/>
              <a:tblGrid>
                <a:gridCol w="1842343">
                  <a:extLst>
                    <a:ext uri="{9D8B030D-6E8A-4147-A177-3AD203B41FA5}">
                      <a16:colId xmlns:a16="http://schemas.microsoft.com/office/drawing/2014/main" val="3848062284"/>
                    </a:ext>
                  </a:extLst>
                </a:gridCol>
                <a:gridCol w="1080840">
                  <a:extLst>
                    <a:ext uri="{9D8B030D-6E8A-4147-A177-3AD203B41FA5}">
                      <a16:colId xmlns:a16="http://schemas.microsoft.com/office/drawing/2014/main" val="2508350882"/>
                    </a:ext>
                  </a:extLst>
                </a:gridCol>
                <a:gridCol w="1080840">
                  <a:extLst>
                    <a:ext uri="{9D8B030D-6E8A-4147-A177-3AD203B41FA5}">
                      <a16:colId xmlns:a16="http://schemas.microsoft.com/office/drawing/2014/main" val="2021189076"/>
                    </a:ext>
                  </a:extLst>
                </a:gridCol>
                <a:gridCol w="1043994">
                  <a:extLst>
                    <a:ext uri="{9D8B030D-6E8A-4147-A177-3AD203B41FA5}">
                      <a16:colId xmlns:a16="http://schemas.microsoft.com/office/drawing/2014/main" val="3068952338"/>
                    </a:ext>
                  </a:extLst>
                </a:gridCol>
                <a:gridCol w="1043994">
                  <a:extLst>
                    <a:ext uri="{9D8B030D-6E8A-4147-A177-3AD203B41FA5}">
                      <a16:colId xmlns:a16="http://schemas.microsoft.com/office/drawing/2014/main" val="1323893678"/>
                    </a:ext>
                  </a:extLst>
                </a:gridCol>
                <a:gridCol w="1043994">
                  <a:extLst>
                    <a:ext uri="{9D8B030D-6E8A-4147-A177-3AD203B41FA5}">
                      <a16:colId xmlns:a16="http://schemas.microsoft.com/office/drawing/2014/main" val="3739068031"/>
                    </a:ext>
                  </a:extLst>
                </a:gridCol>
              </a:tblGrid>
              <a:tr h="44712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Business As Usual (2024)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Business As Usual (2025)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44M Attendance (BAU)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46M Attendance (5% higher)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48M Attendance (10% higher)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241681"/>
                  </a:ext>
                </a:extLst>
              </a:tr>
              <a:tr h="2344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Budget (ex-PR)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3.4M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4.9M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4.9M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7.2M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13.6M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079389"/>
                  </a:ext>
                </a:extLst>
              </a:tr>
              <a:tr h="2344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Budget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3.6M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5.0M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5.0M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7.5M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14.0M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956349"/>
                  </a:ext>
                </a:extLst>
              </a:tr>
              <a:tr h="2344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Media Attendance Contribution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10.0M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12.0M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12.0M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14.0M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16.0M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374608"/>
                  </a:ext>
                </a:extLst>
              </a:tr>
              <a:tr h="2344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Media Profit Contribution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153.4M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153.4M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184.1M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214.8M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245.4M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877361"/>
                  </a:ext>
                </a:extLst>
              </a:tr>
              <a:tr h="2344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Marginal Attendance ROI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1.4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21686"/>
                  </a:ext>
                </a:extLst>
              </a:tr>
              <a:tr h="2344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Marginal Revenue ROI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$33.0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$23.6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$23.6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$16.5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$9.4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397097"/>
                  </a:ext>
                </a:extLst>
              </a:tr>
              <a:tr h="2344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Brand / Exhibition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$1.5M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6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$1.7M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$2.6M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$3.8M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$5.6M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037964"/>
                  </a:ext>
                </a:extLst>
              </a:tr>
              <a:tr h="2344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Film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$0.9M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DC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$0.7M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5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$1.0M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E5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$1.5M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E5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$2.2M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E5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018644"/>
                  </a:ext>
                </a:extLst>
              </a:tr>
              <a:tr h="2344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Performance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$0.4M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$1.4M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CA9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$0.6M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0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$0.9M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0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$1.3M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0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274336"/>
                  </a:ext>
                </a:extLst>
              </a:tr>
              <a:tr h="2344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Cineclub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$0.2M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$0.4M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$0.2M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$0.3M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$0.4M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5545091"/>
                  </a:ext>
                </a:extLst>
              </a:tr>
              <a:tr h="2344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Prepaid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$0.1M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$0.2M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$0.1M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$0.2M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$0.2M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041682"/>
                  </a:ext>
                </a:extLst>
              </a:tr>
              <a:tr h="2344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$0.1M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$0.1M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$0.2M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$0.3M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$0.4M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04754"/>
                  </a:ext>
                </a:extLst>
              </a:tr>
              <a:tr h="2344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Other (F&amp;B, G&amp;E)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$0.3M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$0.4M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$0.4M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$0.6M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$0.9M</a:t>
                      </a:r>
                    </a:p>
                  </a:txBody>
                  <a:tcPr marL="6350" marR="6350" marT="635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027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3652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48B2C-B126-6E44-BF1A-253799B54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3692"/>
            <a:ext cx="11438909" cy="937312"/>
          </a:xfrm>
        </p:spPr>
        <p:txBody>
          <a:bodyPr/>
          <a:lstStyle/>
          <a:p>
            <a:pPr marL="552450"/>
            <a:r>
              <a:rPr lang="en-US">
                <a:latin typeface="MarkOT-CondBlack"/>
              </a:rPr>
              <a:t>BUDGET SUMMARY FOR AWARENESS campaigns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61C6F6-5E87-0108-BED5-D9350A8DA674}"/>
              </a:ext>
            </a:extLst>
          </p:cNvPr>
          <p:cNvSpPr txBox="1"/>
          <p:nvPr/>
        </p:nvSpPr>
        <p:spPr>
          <a:xfrm>
            <a:off x="9251442" y="1146640"/>
            <a:ext cx="2273807" cy="40934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00"/>
              <a:t>Awareness campaigns account for ~14% of all attendance when factoring in weather, baseline attendance, and other external factors.</a:t>
            </a:r>
          </a:p>
          <a:p>
            <a:endParaRPr lang="en-US" sz="1300"/>
          </a:p>
          <a:p>
            <a:r>
              <a:rPr lang="en-US" sz="1300"/>
              <a:t>Programmatic Brand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/>
              <a:t>Highest spend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/>
              <a:t>Highest attendance contribution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/>
              <a:t>Appropriate budget allocation.</a:t>
            </a:r>
          </a:p>
          <a:p>
            <a:endParaRPr lang="en-US" sz="1300"/>
          </a:p>
          <a:p>
            <a:r>
              <a:rPr lang="en-US" sz="1300"/>
              <a:t>Programmatic Cineclub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/>
              <a:t>Lowest spend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/>
              <a:t>Average contribution to attendance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/>
              <a:t>Less-than-ideal allocation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D38C6C-C114-3CD6-52D6-98A6A815BB25}"/>
              </a:ext>
            </a:extLst>
          </p:cNvPr>
          <p:cNvSpPr txBox="1"/>
          <p:nvPr/>
        </p:nvSpPr>
        <p:spPr>
          <a:xfrm>
            <a:off x="574109" y="5939424"/>
            <a:ext cx="220249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400">
                <a:solidFill>
                  <a:srgbClr val="0857C3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worksheet</a:t>
            </a:r>
            <a:endParaRPr lang="en-US">
              <a:solidFill>
                <a:srgbClr val="0857C3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D1BE393-F9EB-6258-31E0-079C87D425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750210"/>
              </p:ext>
            </p:extLst>
          </p:nvPr>
        </p:nvGraphicFramePr>
        <p:xfrm>
          <a:off x="571500" y="1231004"/>
          <a:ext cx="8521699" cy="2564130"/>
        </p:xfrm>
        <a:graphic>
          <a:graphicData uri="http://schemas.openxmlformats.org/drawingml/2006/table">
            <a:tbl>
              <a:tblPr/>
              <a:tblGrid>
                <a:gridCol w="949669">
                  <a:extLst>
                    <a:ext uri="{9D8B030D-6E8A-4147-A177-3AD203B41FA5}">
                      <a16:colId xmlns:a16="http://schemas.microsoft.com/office/drawing/2014/main" val="2543691384"/>
                    </a:ext>
                  </a:extLst>
                </a:gridCol>
                <a:gridCol w="949669">
                  <a:extLst>
                    <a:ext uri="{9D8B030D-6E8A-4147-A177-3AD203B41FA5}">
                      <a16:colId xmlns:a16="http://schemas.microsoft.com/office/drawing/2014/main" val="1827818123"/>
                    </a:ext>
                  </a:extLst>
                </a:gridCol>
                <a:gridCol w="949669">
                  <a:extLst>
                    <a:ext uri="{9D8B030D-6E8A-4147-A177-3AD203B41FA5}">
                      <a16:colId xmlns:a16="http://schemas.microsoft.com/office/drawing/2014/main" val="1381921925"/>
                    </a:ext>
                  </a:extLst>
                </a:gridCol>
                <a:gridCol w="1228239">
                  <a:extLst>
                    <a:ext uri="{9D8B030D-6E8A-4147-A177-3AD203B41FA5}">
                      <a16:colId xmlns:a16="http://schemas.microsoft.com/office/drawing/2014/main" val="474980771"/>
                    </a:ext>
                  </a:extLst>
                </a:gridCol>
                <a:gridCol w="1076292">
                  <a:extLst>
                    <a:ext uri="{9D8B030D-6E8A-4147-A177-3AD203B41FA5}">
                      <a16:colId xmlns:a16="http://schemas.microsoft.com/office/drawing/2014/main" val="41497795"/>
                    </a:ext>
                  </a:extLst>
                </a:gridCol>
                <a:gridCol w="1240901">
                  <a:extLst>
                    <a:ext uri="{9D8B030D-6E8A-4147-A177-3AD203B41FA5}">
                      <a16:colId xmlns:a16="http://schemas.microsoft.com/office/drawing/2014/main" val="1129519523"/>
                    </a:ext>
                  </a:extLst>
                </a:gridCol>
                <a:gridCol w="1012981">
                  <a:extLst>
                    <a:ext uri="{9D8B030D-6E8A-4147-A177-3AD203B41FA5}">
                      <a16:colId xmlns:a16="http://schemas.microsoft.com/office/drawing/2014/main" val="2039803810"/>
                    </a:ext>
                  </a:extLst>
                </a:gridCol>
                <a:gridCol w="1114279">
                  <a:extLst>
                    <a:ext uri="{9D8B030D-6E8A-4147-A177-3AD203B41FA5}">
                      <a16:colId xmlns:a16="http://schemas.microsoft.com/office/drawing/2014/main" val="547443534"/>
                    </a:ext>
                  </a:extLst>
                </a:gridCol>
              </a:tblGrid>
              <a:tr h="190500">
                <a:tc rowSpan="2" gridSpan="2"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2026 Awareness Budget Input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$750,000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2-Year Actual Past Budget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$1,507,726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674930"/>
                  </a:ext>
                </a:extLst>
              </a:tr>
              <a:tr h="1905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Weeks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6595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78107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Line of Business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Channel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Contribution to Attendance (all factors)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Contribution to Attendance (internal factors only)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Spend Proportion (trailing 2 years)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Actual Yearly Spend (trailing 2 years' avg)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Model-based 2026 Allocation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Model-based 2026 Allocation / week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2209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3.1%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22.5%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C58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24.1%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E1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$181,375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$168,478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$3,240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83470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Brand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Programmatic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3.3%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23.9%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51.2%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$385,602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$179,348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$3,449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54489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Brand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Meta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21.7%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99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12.9%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E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$97,483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$163,043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$3,135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4679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Cineclub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Programmatic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2.9%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21.0%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CC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1.8%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$13,436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$157,609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$3,031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2465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F&amp;B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Meta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1.5%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10.9%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10.1%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$75,967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$81,522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$1,568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0352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13.8%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$753,863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$750,000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$14,423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413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4383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09621-8B28-F681-3326-F69AFD154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F31A2-9872-1857-7C3B-982B81D21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3692"/>
            <a:ext cx="11438909" cy="937312"/>
          </a:xfrm>
        </p:spPr>
        <p:txBody>
          <a:bodyPr/>
          <a:lstStyle/>
          <a:p>
            <a:pPr marL="552450"/>
            <a:r>
              <a:rPr lang="en-US">
                <a:latin typeface="MarkOT-CondBlack"/>
              </a:rPr>
              <a:t>BUDGET SUMMARY FOR consideration campaigns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9A901B-C00F-7842-BCE7-02431C6522BD}"/>
              </a:ext>
            </a:extLst>
          </p:cNvPr>
          <p:cNvSpPr txBox="1"/>
          <p:nvPr/>
        </p:nvSpPr>
        <p:spPr>
          <a:xfrm>
            <a:off x="9308592" y="1154803"/>
            <a:ext cx="2273807" cy="38933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00"/>
              <a:t>Consideration campaigns account for ~27% of all attendance when factoring in weather, baseline sales, and other external factors.</a:t>
            </a:r>
          </a:p>
          <a:p>
            <a:endParaRPr lang="en-US" sz="1300"/>
          </a:p>
          <a:p>
            <a:r>
              <a:rPr lang="en-US" sz="1300"/>
              <a:t>Programmatic Brand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/>
              <a:t>Relatively low spend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/>
              <a:t>Highest contribution to attendance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/>
              <a:t>Under-allocation</a:t>
            </a:r>
          </a:p>
          <a:p>
            <a:pPr marL="285750" indent="-285750">
              <a:buFontTx/>
              <a:buChar char="-"/>
            </a:pPr>
            <a:endParaRPr lang="en-US" sz="1300"/>
          </a:p>
          <a:p>
            <a:r>
              <a:rPr lang="en-US" sz="1300"/>
              <a:t>Meta Brand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/>
              <a:t>Highest spend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/>
              <a:t>Contributed to around 6% of attendance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/>
              <a:t>Overspend in channel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24700-49F3-9CDC-4CA9-F513F65BEA47}"/>
              </a:ext>
            </a:extLst>
          </p:cNvPr>
          <p:cNvSpPr txBox="1"/>
          <p:nvPr/>
        </p:nvSpPr>
        <p:spPr>
          <a:xfrm>
            <a:off x="574109" y="5939424"/>
            <a:ext cx="220249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400">
                <a:solidFill>
                  <a:srgbClr val="0857C3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worksheet</a:t>
            </a:r>
            <a:endParaRPr lang="en-US">
              <a:solidFill>
                <a:srgbClr val="0857C3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C492291-F46B-CF56-879F-133B3CF04D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197848"/>
              </p:ext>
            </p:extLst>
          </p:nvPr>
        </p:nvGraphicFramePr>
        <p:xfrm>
          <a:off x="571500" y="1231004"/>
          <a:ext cx="8534402" cy="3678555"/>
        </p:xfrm>
        <a:graphic>
          <a:graphicData uri="http://schemas.openxmlformats.org/drawingml/2006/table">
            <a:tbl>
              <a:tblPr/>
              <a:tblGrid>
                <a:gridCol w="950732">
                  <a:extLst>
                    <a:ext uri="{9D8B030D-6E8A-4147-A177-3AD203B41FA5}">
                      <a16:colId xmlns:a16="http://schemas.microsoft.com/office/drawing/2014/main" val="3604124545"/>
                    </a:ext>
                  </a:extLst>
                </a:gridCol>
                <a:gridCol w="1003254">
                  <a:extLst>
                    <a:ext uri="{9D8B030D-6E8A-4147-A177-3AD203B41FA5}">
                      <a16:colId xmlns:a16="http://schemas.microsoft.com/office/drawing/2014/main" val="1750700209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53346132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3284524904"/>
                    </a:ext>
                  </a:extLst>
                </a:gridCol>
                <a:gridCol w="1039062">
                  <a:extLst>
                    <a:ext uri="{9D8B030D-6E8A-4147-A177-3AD203B41FA5}">
                      <a16:colId xmlns:a16="http://schemas.microsoft.com/office/drawing/2014/main" val="498042400"/>
                    </a:ext>
                  </a:extLst>
                </a:gridCol>
                <a:gridCol w="1242289">
                  <a:extLst>
                    <a:ext uri="{9D8B030D-6E8A-4147-A177-3AD203B41FA5}">
                      <a16:colId xmlns:a16="http://schemas.microsoft.com/office/drawing/2014/main" val="1843150185"/>
                    </a:ext>
                  </a:extLst>
                </a:gridCol>
                <a:gridCol w="1017283">
                  <a:extLst>
                    <a:ext uri="{9D8B030D-6E8A-4147-A177-3AD203B41FA5}">
                      <a16:colId xmlns:a16="http://schemas.microsoft.com/office/drawing/2014/main" val="3204749495"/>
                    </a:ext>
                  </a:extLst>
                </a:gridCol>
                <a:gridCol w="1115525">
                  <a:extLst>
                    <a:ext uri="{9D8B030D-6E8A-4147-A177-3AD203B41FA5}">
                      <a16:colId xmlns:a16="http://schemas.microsoft.com/office/drawing/2014/main" val="24517399"/>
                    </a:ext>
                  </a:extLst>
                </a:gridCol>
              </a:tblGrid>
              <a:tr h="190500">
                <a:tc rowSpan="2" gridSpan="2"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2026 Consideration Budget Input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$750,000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2-Year Actual Past Budget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$1,489,114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022359"/>
                  </a:ext>
                </a:extLst>
              </a:tr>
              <a:tr h="1905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Weeks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89824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864814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Line of Business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Channel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Contribution to Attendance (all factors)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Contribution to Attendance (internal factors only)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Spend Proportion (trailing 2 years)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Actual Yearly Spend (trailing 2 years' avg)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Model-based 2026 Allocation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Model-based 2026 Allocation / week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7778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Brand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Programmatic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9.3%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33.9%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7.9%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CD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$58,810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$254,562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$4,895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38341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Brand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Meta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1.6%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5.8%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28.7%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$213,613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$43,796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$842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8592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Enhanced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Programmatic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2.2%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1.9%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$14,155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$16,423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$316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3520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Exhibition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SEM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3.3%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7.3%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DD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$54,713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$24,635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$474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7302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Film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Programmatic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1.6%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5.8%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5.7%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1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$42,297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$43,796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$842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62363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G&amp;E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Social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1.9%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6.9%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7D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$74,745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$52,007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$1,000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8227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G&amp;E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SEM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1.8%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6.6%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$2,986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$49,270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$948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742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G&amp;E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Meta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1.2%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4.4%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10.5%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6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$78,382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$32,847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$632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413429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21.9%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D6A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24.4%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C89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$181,375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$164,234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$3,158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60449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Prepaid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Programmatic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2.5%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9.1%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3.2%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$23,484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$68,431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$1,316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3196550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27.4%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$744,558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$750,000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$14,423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329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8444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30395-0C1A-B4D3-BFDE-8EDA3DC78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BF6F4-0DED-1812-7CC9-249C9839F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3692"/>
            <a:ext cx="11438909" cy="937312"/>
          </a:xfrm>
        </p:spPr>
        <p:txBody>
          <a:bodyPr/>
          <a:lstStyle/>
          <a:p>
            <a:pPr marL="552450"/>
            <a:r>
              <a:rPr lang="en-US">
                <a:latin typeface="MarkOT-CondBlack"/>
              </a:rPr>
              <a:t>BUDGET SUMMARY FOR conversion campaigns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57EB6F-9857-E140-A525-5B181100E35C}"/>
              </a:ext>
            </a:extLst>
          </p:cNvPr>
          <p:cNvSpPr txBox="1"/>
          <p:nvPr/>
        </p:nvSpPr>
        <p:spPr>
          <a:xfrm>
            <a:off x="9290304" y="1165688"/>
            <a:ext cx="2292095" cy="509370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00"/>
              <a:t>Conversion campaigns account for ~54% of all attendance when factoring in weather, baseline sales, and other external factors.</a:t>
            </a:r>
          </a:p>
          <a:p>
            <a:endParaRPr lang="en-US" sz="1300"/>
          </a:p>
          <a:p>
            <a:r>
              <a:rPr lang="en-US" sz="1300"/>
              <a:t>SEM Exhibition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/>
              <a:t>Highest contribution to attendance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/>
              <a:t>Around 11% of spend allocated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/>
              <a:t>High efficiency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/>
              <a:t>Recommended higher spend</a:t>
            </a:r>
          </a:p>
          <a:p>
            <a:endParaRPr lang="en-US" sz="1300"/>
          </a:p>
          <a:p>
            <a:r>
              <a:rPr lang="en-US" sz="1300"/>
              <a:t>Meta Film and Meta Brand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/>
              <a:t>Two highest spends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/>
              <a:t>Low contribution to attendance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/>
              <a:t>Overspend in channels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/>
              <a:t>Supports the shift to Convert &amp; Upgrade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D66E86-E718-A031-A327-EB03748B8326}"/>
              </a:ext>
            </a:extLst>
          </p:cNvPr>
          <p:cNvSpPr txBox="1"/>
          <p:nvPr/>
        </p:nvSpPr>
        <p:spPr>
          <a:xfrm>
            <a:off x="574109" y="5939424"/>
            <a:ext cx="220249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400">
                <a:solidFill>
                  <a:srgbClr val="0857C3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worksheet</a:t>
            </a:r>
            <a:endParaRPr lang="en-US">
              <a:solidFill>
                <a:srgbClr val="0857C3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5A3139B-43D3-8278-99C5-504FE51507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594471"/>
              </p:ext>
            </p:extLst>
          </p:nvPr>
        </p:nvGraphicFramePr>
        <p:xfrm>
          <a:off x="571500" y="1231004"/>
          <a:ext cx="8521702" cy="4124325"/>
        </p:xfrm>
        <a:graphic>
          <a:graphicData uri="http://schemas.openxmlformats.org/drawingml/2006/table">
            <a:tbl>
              <a:tblPr/>
              <a:tblGrid>
                <a:gridCol w="951083">
                  <a:extLst>
                    <a:ext uri="{9D8B030D-6E8A-4147-A177-3AD203B41FA5}">
                      <a16:colId xmlns:a16="http://schemas.microsoft.com/office/drawing/2014/main" val="2603891119"/>
                    </a:ext>
                  </a:extLst>
                </a:gridCol>
                <a:gridCol w="951083">
                  <a:extLst>
                    <a:ext uri="{9D8B030D-6E8A-4147-A177-3AD203B41FA5}">
                      <a16:colId xmlns:a16="http://schemas.microsoft.com/office/drawing/2014/main" val="2691091229"/>
                    </a:ext>
                  </a:extLst>
                </a:gridCol>
                <a:gridCol w="951083">
                  <a:extLst>
                    <a:ext uri="{9D8B030D-6E8A-4147-A177-3AD203B41FA5}">
                      <a16:colId xmlns:a16="http://schemas.microsoft.com/office/drawing/2014/main" val="143592745"/>
                    </a:ext>
                  </a:extLst>
                </a:gridCol>
                <a:gridCol w="1230067">
                  <a:extLst>
                    <a:ext uri="{9D8B030D-6E8A-4147-A177-3AD203B41FA5}">
                      <a16:colId xmlns:a16="http://schemas.microsoft.com/office/drawing/2014/main" val="3566843109"/>
                    </a:ext>
                  </a:extLst>
                </a:gridCol>
                <a:gridCol w="1090575">
                  <a:extLst>
                    <a:ext uri="{9D8B030D-6E8A-4147-A177-3AD203B41FA5}">
                      <a16:colId xmlns:a16="http://schemas.microsoft.com/office/drawing/2014/main" val="3329990118"/>
                    </a:ext>
                  </a:extLst>
                </a:gridCol>
                <a:gridCol w="1242748">
                  <a:extLst>
                    <a:ext uri="{9D8B030D-6E8A-4147-A177-3AD203B41FA5}">
                      <a16:colId xmlns:a16="http://schemas.microsoft.com/office/drawing/2014/main" val="1491845909"/>
                    </a:ext>
                  </a:extLst>
                </a:gridCol>
                <a:gridCol w="989126">
                  <a:extLst>
                    <a:ext uri="{9D8B030D-6E8A-4147-A177-3AD203B41FA5}">
                      <a16:colId xmlns:a16="http://schemas.microsoft.com/office/drawing/2014/main" val="3163733431"/>
                    </a:ext>
                  </a:extLst>
                </a:gridCol>
                <a:gridCol w="1115937">
                  <a:extLst>
                    <a:ext uri="{9D8B030D-6E8A-4147-A177-3AD203B41FA5}">
                      <a16:colId xmlns:a16="http://schemas.microsoft.com/office/drawing/2014/main" val="1879696690"/>
                    </a:ext>
                  </a:extLst>
                </a:gridCol>
              </a:tblGrid>
              <a:tr h="190500">
                <a:tc rowSpan="2" gridSpan="2"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2026 Conversion Budget Input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$1,800,000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2-Year Actual Past Budget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$3,664,365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417529"/>
                  </a:ext>
                </a:extLst>
              </a:tr>
              <a:tr h="1905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Weeks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1492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66188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Line of Business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Channel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Contribution to Attendance (all factors)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Contribution to Attendance (internal factors only)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Spend Proportion (trailing 2 years)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Actual Yearly Spend (trailing 2 years' avg)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Model-based 2026 Allocation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Model-based 2026 Allocation / week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6177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Brand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Programmatic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2.6%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4.8%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1.9%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$34,326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$86,347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$1,661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80285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Brand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Meta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1.2%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2.2%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23.6%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$431,650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$39,852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$766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30875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Cineclub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SEM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4.2%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7.7%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1.9%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$34,249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$139,483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$2,682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3082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Enhanced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Programmatic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2.3%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4.2%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2.4%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$43,081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$76,384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$1,469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005506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Enhanced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SEM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2.3%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4.2%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4.1%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6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$74,220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$76,384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$1,469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2471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Event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Meta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2.2%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4.1%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1.8%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$32,321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$73,063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$1,405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2053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Exhibition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SEM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26.1%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48.2%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11.4%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E1C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$208,862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$866,790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$16,669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1159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Film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Meta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3.2%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5.9%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22.3%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2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$408,012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$106,273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$2,044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67588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Film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Social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1.8%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7.6%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CD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$138,777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$33,210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$639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6522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Performance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Programmatic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3.9%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7.2%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7.9%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B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$144,445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$129,520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$2,491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3966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Performance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Social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5.5%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5.5%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E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$100,867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$99,631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$1,916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8064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2.2%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4.1%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9.9%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5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$181,375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$73,063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$1,405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197856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54.2%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$1,832,183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$1,800,000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$34,615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300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0198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E48D3-BAFA-4E40-B005-6E7EB9AC0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Strategies that stole Budget spotlight </a:t>
            </a:r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B7A91F-A868-A2FF-EA37-E29AE6B2DEA9}"/>
              </a:ext>
            </a:extLst>
          </p:cNvPr>
          <p:cNvSpPr txBox="1"/>
          <p:nvPr/>
        </p:nvSpPr>
        <p:spPr>
          <a:xfrm>
            <a:off x="709301" y="1231004"/>
            <a:ext cx="9665293" cy="31854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CA"/>
              <a:t>Key Takeaways: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2"/>
                </a:solidFill>
              </a:rPr>
              <a:t>Performance-focused campaigns (Convert &amp; Upgrade) outperform Brand and Film’s previous-year strategy for driving lower-funnel conversions.</a:t>
            </a:r>
          </a:p>
          <a:p>
            <a:endParaRPr lang="en-US" sz="160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2"/>
                </a:solidFill>
              </a:rPr>
              <a:t>EXH SEM is the strongest conversion driver. Opportunity to scale spend and maximize attendance.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2"/>
                </a:solidFill>
              </a:rPr>
              <a:t>Upper-to-mid funnel Brand investment remains important — Programmatic and Video tactics are delivering strong impact and should continue to anchor awareness and consideration efforts.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chemeClr val="tx2"/>
              </a:solidFill>
            </a:endParaRPr>
          </a:p>
          <a:p>
            <a:endParaRPr lang="en-CA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7714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466D0-AA82-24A9-5958-5A85F3A66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Channels</a:t>
            </a:r>
          </a:p>
        </p:txBody>
      </p:sp>
    </p:spTree>
    <p:extLst>
      <p:ext uri="{BB962C8B-B14F-4D97-AF65-F5344CB8AC3E}">
        <p14:creationId xmlns:p14="http://schemas.microsoft.com/office/powerpoint/2010/main" val="3422662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336F2-0AC4-1198-6481-7952008EE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EAD1A-A424-85D7-4CBC-1ACA0207F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Channels summary</a:t>
            </a:r>
          </a:p>
        </p:txBody>
      </p:sp>
    </p:spTree>
    <p:extLst>
      <p:ext uri="{BB962C8B-B14F-4D97-AF65-F5344CB8AC3E}">
        <p14:creationId xmlns:p14="http://schemas.microsoft.com/office/powerpoint/2010/main" val="726436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40FC4-94AF-3F06-624D-CB9A5950D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00AD2-4AA9-45C6-85E7-E99A1C065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MarkOT-CondBlack"/>
              </a:rPr>
              <a:t>upper-funnel SPEND, net profit &amp; ROI BY channel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ADC8F8-532E-8278-D0DC-6729368248CD}"/>
              </a:ext>
            </a:extLst>
          </p:cNvPr>
          <p:cNvSpPr txBox="1"/>
          <p:nvPr/>
        </p:nvSpPr>
        <p:spPr>
          <a:xfrm>
            <a:off x="7003750" y="1333500"/>
            <a:ext cx="4324334" cy="31700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Summary of spend and ROI by channel in upper-funnel campaigns</a:t>
            </a:r>
          </a:p>
          <a:p>
            <a:endParaRPr lang="en-US" sz="1400"/>
          </a:p>
          <a:p>
            <a:r>
              <a:rPr lang="en-US" sz="1400"/>
              <a:t>Bubble size indicates relative net profit</a:t>
            </a:r>
          </a:p>
          <a:p>
            <a:endParaRPr lang="en-US"/>
          </a:p>
          <a:p>
            <a:r>
              <a:rPr lang="en-US" sz="1400"/>
              <a:t>Notes: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Programmatic display shows positive performance with relatively low spend and highest ROI, also with high net profit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SEM is also observed to be efficient given the ROI and net profit relative to the small spend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Meta is less efficient with greatest spend allocation and second last ROI</a:t>
            </a:r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43ABB003-68C3-8E58-2B6D-303FF318C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1231900"/>
            <a:ext cx="6308725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0DD025-BCA8-373E-1520-B03C46724914}"/>
              </a:ext>
            </a:extLst>
          </p:cNvPr>
          <p:cNvSpPr txBox="1"/>
          <p:nvPr/>
        </p:nvSpPr>
        <p:spPr>
          <a:xfrm>
            <a:off x="2492817" y="1972208"/>
            <a:ext cx="2086739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>
                <a:solidFill>
                  <a:schemeClr val="tx2"/>
                </a:solidFill>
              </a:rPr>
              <a:t>Programmatic Display ($7M)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40800E-2337-8D2C-D783-8EFA30C7EB46}"/>
              </a:ext>
            </a:extLst>
          </p:cNvPr>
          <p:cNvSpPr txBox="1"/>
          <p:nvPr/>
        </p:nvSpPr>
        <p:spPr>
          <a:xfrm>
            <a:off x="1658173" y="2930648"/>
            <a:ext cx="2086739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>
                <a:solidFill>
                  <a:schemeClr val="tx2"/>
                </a:solidFill>
              </a:rPr>
              <a:t>SEM ($2M)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DF8B40-EA5E-8893-263B-885214CFB70B}"/>
              </a:ext>
            </a:extLst>
          </p:cNvPr>
          <p:cNvSpPr txBox="1"/>
          <p:nvPr/>
        </p:nvSpPr>
        <p:spPr>
          <a:xfrm>
            <a:off x="1000567" y="3549355"/>
            <a:ext cx="2086739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>
                <a:solidFill>
                  <a:schemeClr val="tx2"/>
                </a:solidFill>
              </a:rPr>
              <a:t>Snapchat ($0.1M)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5A4929-10B2-904B-BF46-CA45C4EE472E}"/>
              </a:ext>
            </a:extLst>
          </p:cNvPr>
          <p:cNvSpPr txBox="1"/>
          <p:nvPr/>
        </p:nvSpPr>
        <p:spPr>
          <a:xfrm>
            <a:off x="3524765" y="4251858"/>
            <a:ext cx="2086739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900">
                <a:solidFill>
                  <a:schemeClr val="tx2"/>
                </a:solidFill>
              </a:rPr>
              <a:t>Meta ($7M)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0F856A-177F-6348-8F85-C610E2B6E297}"/>
              </a:ext>
            </a:extLst>
          </p:cNvPr>
          <p:cNvSpPr txBox="1"/>
          <p:nvPr/>
        </p:nvSpPr>
        <p:spPr>
          <a:xfrm>
            <a:off x="2903156" y="5041400"/>
            <a:ext cx="2086739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>
                <a:solidFill>
                  <a:schemeClr val="tx2"/>
                </a:solidFill>
              </a:rPr>
              <a:t>Programmatic Video ($0.5M)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D09DB7-903A-7668-48F5-B3F8818EA71B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</p:spTree>
    <p:extLst>
      <p:ext uri="{BB962C8B-B14F-4D97-AF65-F5344CB8AC3E}">
        <p14:creationId xmlns:p14="http://schemas.microsoft.com/office/powerpoint/2010/main" val="3340795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5757F-D636-2646-D744-5BE4909B2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BD260-3C7B-0E6C-1438-68A3A17F9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MarkOT-CondBlack"/>
              </a:rPr>
              <a:t>Lower-funnel SPEND, net profit &amp; ROI BY channel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54DA83-7A7D-2382-30FB-01446DFA11C3}"/>
              </a:ext>
            </a:extLst>
          </p:cNvPr>
          <p:cNvSpPr txBox="1"/>
          <p:nvPr/>
        </p:nvSpPr>
        <p:spPr>
          <a:xfrm>
            <a:off x="7003750" y="1333500"/>
            <a:ext cx="4324334" cy="25237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Summary of spend and ROI by channel in conversion campaigns.</a:t>
            </a:r>
          </a:p>
          <a:p>
            <a:endParaRPr lang="en-US" sz="1400"/>
          </a:p>
          <a:p>
            <a:r>
              <a:rPr lang="en-US" sz="1400"/>
              <a:t>Bubble size indicates relative net profit</a:t>
            </a:r>
          </a:p>
          <a:p>
            <a:endParaRPr lang="en-US"/>
          </a:p>
          <a:p>
            <a:r>
              <a:rPr lang="en-US" sz="1400"/>
              <a:t>Notes: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SEM shows very positive performance with relatively lower spend and highest ROI, also with highest net profit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Meta rather shows lower performance, with highest spend and second lowers ROI</a:t>
            </a:r>
          </a:p>
        </p:txBody>
      </p:sp>
      <p:pic>
        <p:nvPicPr>
          <p:cNvPr id="6150" name="Picture 6">
            <a:extLst>
              <a:ext uri="{FF2B5EF4-FFF2-40B4-BE49-F238E27FC236}">
                <a16:creationId xmlns:a16="http://schemas.microsoft.com/office/drawing/2014/main" id="{24493AA5-5105-C82D-5A82-DE656EC9B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1231004"/>
            <a:ext cx="6308725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AEC07C-3134-D397-DF8A-DEEA85E8B2B6}"/>
              </a:ext>
            </a:extLst>
          </p:cNvPr>
          <p:cNvSpPr txBox="1"/>
          <p:nvPr/>
        </p:nvSpPr>
        <p:spPr>
          <a:xfrm>
            <a:off x="2911917" y="1984908"/>
            <a:ext cx="2086739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>
                <a:solidFill>
                  <a:schemeClr val="tx2"/>
                </a:solidFill>
              </a:rPr>
              <a:t>SEM ($66M)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BA8F30-5893-EE74-961C-EAA355D9CB68}"/>
              </a:ext>
            </a:extLst>
          </p:cNvPr>
          <p:cNvSpPr txBox="1"/>
          <p:nvPr/>
        </p:nvSpPr>
        <p:spPr>
          <a:xfrm>
            <a:off x="2289617" y="4143908"/>
            <a:ext cx="2086739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>
                <a:solidFill>
                  <a:schemeClr val="tx2"/>
                </a:solidFill>
              </a:rPr>
              <a:t>Programmatic Display ($17M)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80EEA9-772E-523C-E5A1-871863B5393D}"/>
              </a:ext>
            </a:extLst>
          </p:cNvPr>
          <p:cNvSpPr txBox="1"/>
          <p:nvPr/>
        </p:nvSpPr>
        <p:spPr>
          <a:xfrm>
            <a:off x="2327717" y="4423719"/>
            <a:ext cx="2086739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>
                <a:solidFill>
                  <a:schemeClr val="tx2"/>
                </a:solidFill>
              </a:rPr>
              <a:t>Snapchat ($13M)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DFA8FB-5301-25D1-D61B-F7767774D602}"/>
              </a:ext>
            </a:extLst>
          </p:cNvPr>
          <p:cNvSpPr txBox="1"/>
          <p:nvPr/>
        </p:nvSpPr>
        <p:spPr>
          <a:xfrm>
            <a:off x="1002535" y="5126061"/>
            <a:ext cx="2086739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>
                <a:solidFill>
                  <a:schemeClr val="tx2"/>
                </a:solidFill>
              </a:rPr>
              <a:t>Programmatic Video ($0.05M)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59D169-AEC5-6932-8233-E7C97D9820E7}"/>
              </a:ext>
            </a:extLst>
          </p:cNvPr>
          <p:cNvSpPr txBox="1"/>
          <p:nvPr/>
        </p:nvSpPr>
        <p:spPr>
          <a:xfrm>
            <a:off x="3620015" y="4814500"/>
            <a:ext cx="2086739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900">
                <a:solidFill>
                  <a:schemeClr val="tx2"/>
                </a:solidFill>
              </a:rPr>
              <a:t>Meta ($31M)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E5ABC6-7BFE-2F49-8FDD-5A2A10D1A80B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</p:spTree>
    <p:extLst>
      <p:ext uri="{BB962C8B-B14F-4D97-AF65-F5344CB8AC3E}">
        <p14:creationId xmlns:p14="http://schemas.microsoft.com/office/powerpoint/2010/main" val="3269732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14509-DE3B-7878-34A4-67C791391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710FC-3981-EECC-D76B-53813E341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947" y="2657462"/>
            <a:ext cx="10888105" cy="771538"/>
          </a:xfrm>
        </p:spPr>
        <p:txBody>
          <a:bodyPr/>
          <a:lstStyle/>
          <a:p>
            <a:pPr marL="0"/>
            <a:r>
              <a:rPr lang="en-US" err="1"/>
              <a:t>sem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366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02E16-58C4-9FCF-AD84-DBF247E5E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FA74A6A9-1D0A-0E6F-4FCF-F5762CB26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033" y="1231004"/>
            <a:ext cx="6104467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B8E624-F822-987E-CD09-71797A854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52450"/>
            <a:r>
              <a:rPr lang="en-US">
                <a:latin typeface="MarkOT-CondBlack"/>
              </a:rPr>
              <a:t>SEM Spend by lob </a:t>
            </a:r>
            <a:r>
              <a:rPr lang="en-US" cap="none">
                <a:latin typeface="MarkOT-CondBlack"/>
              </a:rPr>
              <a:t>vs</a:t>
            </a:r>
            <a:r>
              <a:rPr lang="en-US">
                <a:latin typeface="MarkOT-CondBlack"/>
              </a:rPr>
              <a:t> clicks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6B7F4C-5B11-C9D2-4E1C-52900A4FEBC2}"/>
              </a:ext>
            </a:extLst>
          </p:cNvPr>
          <p:cNvSpPr txBox="1"/>
          <p:nvPr/>
        </p:nvSpPr>
        <p:spPr>
          <a:xfrm>
            <a:off x="6808997" y="1287780"/>
            <a:ext cx="4572000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Comparison of </a:t>
            </a:r>
            <a:r>
              <a:rPr lang="en-US" sz="1400" u="sng"/>
              <a:t>where budget is allocated vs where actual clicks are generated</a:t>
            </a:r>
            <a:r>
              <a:rPr lang="en-US" sz="1400"/>
              <a:t> across the lines of businesses in the SEM channel with the purpose of </a:t>
            </a:r>
            <a:r>
              <a:rPr lang="en-US" sz="1400" u="sng"/>
              <a:t>customer consideration increase</a:t>
            </a:r>
            <a:r>
              <a:rPr lang="en-US" sz="1400"/>
              <a:t>.</a:t>
            </a:r>
          </a:p>
          <a:p>
            <a:endParaRPr lang="en-US" sz="1400"/>
          </a:p>
          <a:p>
            <a:r>
              <a:rPr lang="en-US" sz="1400"/>
              <a:t>Notes: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High efficiency in Exhibition campaigns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Exhibition includes only one campaign (</a:t>
            </a:r>
            <a:r>
              <a:rPr lang="fr-FR" sz="1400"/>
              <a:t>001_CP2K790</a:t>
            </a:r>
            <a:r>
              <a:rPr lang="en-US" sz="1400"/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Overspend in Film &amp; Prepaid relative to engagement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Minimal impact from G&amp;E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116D56-B285-0867-DE20-9D5F2EBBCAFC}"/>
              </a:ext>
            </a:extLst>
          </p:cNvPr>
          <p:cNvSpPr txBox="1"/>
          <p:nvPr/>
        </p:nvSpPr>
        <p:spPr>
          <a:xfrm>
            <a:off x="571500" y="6283963"/>
            <a:ext cx="2702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Consideration Campaigns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771B17-0861-5E58-6EEB-5D161C30FF7D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</p:spTree>
    <p:extLst>
      <p:ext uri="{BB962C8B-B14F-4D97-AF65-F5344CB8AC3E}">
        <p14:creationId xmlns:p14="http://schemas.microsoft.com/office/powerpoint/2010/main" val="3957393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82F97-F422-6AA3-5504-835A81960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40820515-BEDB-40AD-8442-8773D846F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221860"/>
            <a:ext cx="6261100" cy="4572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49CE7C-43CD-4D5B-A629-E88FAB517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52450"/>
            <a:r>
              <a:rPr lang="en-US">
                <a:latin typeface="MarkOT-CondBlack"/>
              </a:rPr>
              <a:t>SEM Clicks by number of impressions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70EB31-E266-7A07-F9B6-50DDA34423F0}"/>
              </a:ext>
            </a:extLst>
          </p:cNvPr>
          <p:cNvSpPr txBox="1"/>
          <p:nvPr/>
        </p:nvSpPr>
        <p:spPr>
          <a:xfrm>
            <a:off x="6824354" y="1278636"/>
            <a:ext cx="4572000" cy="33239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Relationship between the </a:t>
            </a:r>
            <a:r>
              <a:rPr lang="en-US" sz="1400" u="sng"/>
              <a:t>impressions &amp; the number of clicks acquired</a:t>
            </a:r>
            <a:r>
              <a:rPr lang="en-US" sz="1400"/>
              <a:t> for each week.</a:t>
            </a:r>
          </a:p>
          <a:p>
            <a:endParaRPr lang="en-US" sz="1400"/>
          </a:p>
          <a:p>
            <a:r>
              <a:rPr lang="en-US" sz="1400"/>
              <a:t>Notes: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Shaded area is where CTR &lt; 25% 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400"/>
              <a:t>Average CTR = 29%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400"/>
              <a:t>Midpoint CTR = 18%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00"/>
              <a:t>Campaigns of less efficiency:</a:t>
            </a:r>
            <a:endParaRPr lang="en-US"/>
          </a:p>
          <a:p>
            <a:pPr marL="742950" lvl="1" indent="-285750">
              <a:buFont typeface="Courier New"/>
              <a:buChar char="o"/>
            </a:pPr>
            <a:r>
              <a:rPr lang="en-US" sz="1400"/>
              <a:t>Exp4ndables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400"/>
              <a:t>B2B Holiday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400"/>
              <a:t>B2C Holiday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Weeks highlighted in red had the highest click-through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Highlighted weeks include Inside Out 2 and Deadpool &amp; Wolverine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8CE1C6-F3AE-BB8E-9342-5015A56817D3}"/>
              </a:ext>
            </a:extLst>
          </p:cNvPr>
          <p:cNvSpPr txBox="1"/>
          <p:nvPr/>
        </p:nvSpPr>
        <p:spPr>
          <a:xfrm>
            <a:off x="5051427" y="5038881"/>
            <a:ext cx="1532469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100"/>
              <a:t>Area of Inefficiency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3A0A55-F48D-ABCA-1754-3A29B1EF8FCD}"/>
              </a:ext>
            </a:extLst>
          </p:cNvPr>
          <p:cNvSpPr txBox="1"/>
          <p:nvPr/>
        </p:nvSpPr>
        <p:spPr>
          <a:xfrm>
            <a:off x="571500" y="6283963"/>
            <a:ext cx="2802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Consideration Campaigns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17BA63-9FEF-02FF-4FCE-2C4F9B68A549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43D0B3-F74A-5554-8089-DD106FC70951}"/>
              </a:ext>
            </a:extLst>
          </p:cNvPr>
          <p:cNvSpPr txBox="1"/>
          <p:nvPr/>
        </p:nvSpPr>
        <p:spPr>
          <a:xfrm>
            <a:off x="2391918" y="3087236"/>
            <a:ext cx="798957" cy="2216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800">
                <a:solidFill>
                  <a:schemeClr val="tx2"/>
                </a:solidFill>
              </a:rPr>
              <a:t>2024-08-02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30735F-7477-A4B7-7D51-0FDFC078B04C}"/>
              </a:ext>
            </a:extLst>
          </p:cNvPr>
          <p:cNvSpPr txBox="1"/>
          <p:nvPr/>
        </p:nvSpPr>
        <p:spPr>
          <a:xfrm>
            <a:off x="2081340" y="3308924"/>
            <a:ext cx="798957" cy="2216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800">
                <a:solidFill>
                  <a:schemeClr val="tx2"/>
                </a:solidFill>
              </a:rPr>
              <a:t>2024-06-28</a:t>
            </a:r>
          </a:p>
        </p:txBody>
      </p:sp>
    </p:spTree>
    <p:extLst>
      <p:ext uri="{BB962C8B-B14F-4D97-AF65-F5344CB8AC3E}">
        <p14:creationId xmlns:p14="http://schemas.microsoft.com/office/powerpoint/2010/main" val="36612830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C781982E-9501-87A9-2631-AEBAA7A8D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231004"/>
            <a:ext cx="6104467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D7D90A-7042-B3AD-313F-7840ED469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52450"/>
            <a:r>
              <a:rPr lang="en-US">
                <a:latin typeface="MarkOT-CondBlack"/>
              </a:rPr>
              <a:t>SEM Spend by lob </a:t>
            </a:r>
            <a:r>
              <a:rPr lang="en-US" cap="none">
                <a:latin typeface="MarkOT-CondBlack"/>
              </a:rPr>
              <a:t>vs</a:t>
            </a:r>
            <a:r>
              <a:rPr lang="en-US">
                <a:latin typeface="MarkOT-CondBlack"/>
              </a:rPr>
              <a:t> Attendance conversions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F2B02B-278F-0848-687B-462CCFEA8123}"/>
              </a:ext>
            </a:extLst>
          </p:cNvPr>
          <p:cNvSpPr txBox="1"/>
          <p:nvPr/>
        </p:nvSpPr>
        <p:spPr>
          <a:xfrm>
            <a:off x="6821189" y="1278636"/>
            <a:ext cx="4572000" cy="35702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Comparison of </a:t>
            </a:r>
            <a:r>
              <a:rPr lang="en-US" sz="1400" u="sng"/>
              <a:t>where budget is allocated vs where actual conversions are generated</a:t>
            </a:r>
            <a:r>
              <a:rPr lang="en-US" sz="1400"/>
              <a:t> across the lines of businesses in the SEM channel with the purpose of </a:t>
            </a:r>
            <a:r>
              <a:rPr lang="en-US" sz="1400" u="sng"/>
              <a:t>attendance conversion increase</a:t>
            </a:r>
            <a:r>
              <a:rPr lang="en-US" sz="1400"/>
              <a:t>.</a:t>
            </a:r>
          </a:p>
          <a:p>
            <a:endParaRPr lang="en-US" sz="1400"/>
          </a:p>
          <a:p>
            <a:r>
              <a:rPr lang="en-US" sz="1400"/>
              <a:t>Notes:</a:t>
            </a:r>
          </a:p>
          <a:p>
            <a:pPr marL="285750" indent="-285750">
              <a:buFont typeface="Arial,Sans-Serif"/>
              <a:buChar char="•"/>
            </a:pPr>
            <a:r>
              <a:rPr lang="en-US" sz="1400"/>
              <a:t>High efficiency in Exhibition campaigns</a:t>
            </a:r>
          </a:p>
          <a:p>
            <a:pPr marL="285750" indent="-285750">
              <a:buFont typeface="Arial,Sans-Serif"/>
              <a:buChar char="•"/>
            </a:pPr>
            <a:r>
              <a:rPr lang="en-US" sz="1400"/>
              <a:t>Overspend in IMAX &amp; Cineclub relative to engagement</a:t>
            </a:r>
          </a:p>
          <a:p>
            <a:pPr marL="285750" indent="-285750">
              <a:buFont typeface="Arial,Sans-Serif"/>
              <a:buChar char="•"/>
            </a:pPr>
            <a:r>
              <a:rPr lang="en-US" sz="1400"/>
              <a:t>Campaign examples in Exhibition: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400"/>
              <a:t>21_CIN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400"/>
              <a:t>The Hunger Games: The Ballad of Songbirds &amp; Snakes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400"/>
              <a:t>Barbie</a:t>
            </a:r>
          </a:p>
          <a:p>
            <a:pPr marL="285750" indent="-285750">
              <a:buFont typeface="Arial,Sans-Serif"/>
              <a:buChar char="•"/>
            </a:pPr>
            <a:endParaRPr lang="en-US" sz="1400"/>
          </a:p>
          <a:p>
            <a:pPr marL="285750" indent="-285750">
              <a:buChar char="-"/>
            </a:pPr>
            <a:endParaRPr lang="en-US" sz="1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7AE3F9-7487-1257-E10E-CE674103AA72}"/>
              </a:ext>
            </a:extLst>
          </p:cNvPr>
          <p:cNvSpPr txBox="1"/>
          <p:nvPr/>
        </p:nvSpPr>
        <p:spPr>
          <a:xfrm>
            <a:off x="571500" y="6283963"/>
            <a:ext cx="23362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Conversion Campaigns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A855AC-B877-E95E-E39E-7F980F6FBEBF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</p:spTree>
    <p:extLst>
      <p:ext uri="{BB962C8B-B14F-4D97-AF65-F5344CB8AC3E}">
        <p14:creationId xmlns:p14="http://schemas.microsoft.com/office/powerpoint/2010/main" val="340928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729FE-45CB-7D3A-EBA0-45C595AF7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1B217CE5-7E49-65B9-EBC9-806F88172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11" y="1230086"/>
            <a:ext cx="6201833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CF26E4-3D23-9F15-E460-1133D07AE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52450"/>
            <a:r>
              <a:rPr lang="en-US">
                <a:latin typeface="MarkOT-CondBlack"/>
              </a:rPr>
              <a:t>Attendance Conversions by weekly SEM spend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8FB910-5E74-87AB-3E6A-1738C6212E00}"/>
              </a:ext>
            </a:extLst>
          </p:cNvPr>
          <p:cNvSpPr txBox="1"/>
          <p:nvPr/>
        </p:nvSpPr>
        <p:spPr>
          <a:xfrm>
            <a:off x="6804662" y="1196340"/>
            <a:ext cx="4344111" cy="48320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Relationship between the </a:t>
            </a:r>
            <a:r>
              <a:rPr lang="en-US" sz="1400" u="sng"/>
              <a:t>dollar amount spent &amp; the number of attendance conversions</a:t>
            </a:r>
            <a:r>
              <a:rPr lang="en-US" sz="1400"/>
              <a:t> for each week.</a:t>
            </a:r>
          </a:p>
          <a:p>
            <a:endParaRPr lang="en-US" sz="1400"/>
          </a:p>
          <a:p>
            <a:r>
              <a:rPr lang="en-US" sz="1400"/>
              <a:t>Notes: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Shaded area is where conversion rate &lt; 100% </a:t>
            </a:r>
          </a:p>
          <a:p>
            <a:pPr marL="742950" indent="-285750">
              <a:buFont typeface="Arial"/>
              <a:buChar char="•"/>
            </a:pPr>
            <a:r>
              <a:rPr lang="en-US" sz="1400"/>
              <a:t>Midpoint conversion/cost = 2.1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Campaigns of less efficiency: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 sz="1400"/>
              <a:t>The Beekeeper IMAX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 sz="1400" err="1"/>
              <a:t>Aquaman</a:t>
            </a:r>
            <a:r>
              <a:rPr lang="en-US" sz="1400"/>
              <a:t> 2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 sz="1400"/>
              <a:t>Ghost Busters: Frozen Empire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Campaigns of more efficiency: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 sz="1400" err="1"/>
              <a:t>Junxion</a:t>
            </a:r>
            <a:r>
              <a:rPr lang="en-US" sz="1400"/>
              <a:t> (Erin Mills, </a:t>
            </a:r>
            <a:r>
              <a:rPr lang="en-US" sz="1400" err="1"/>
              <a:t>Kildonian</a:t>
            </a:r>
            <a:r>
              <a:rPr lang="en-US" sz="1400"/>
              <a:t>)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 sz="1400"/>
              <a:t>Masterbrand Loyalty Relaunch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 sz="1400"/>
              <a:t>Super Mario Bros.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 sz="1400"/>
              <a:t>Dungeons &amp; Dragons: Honor Among Thieves</a:t>
            </a: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Weeks highlighted in red have the highest conversion per dollar spent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Highlighted weeks include Barbie and Oppenheimer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EA5182-84C6-D7B1-F0C3-A0D97D860203}"/>
              </a:ext>
            </a:extLst>
          </p:cNvPr>
          <p:cNvSpPr txBox="1"/>
          <p:nvPr/>
        </p:nvSpPr>
        <p:spPr>
          <a:xfrm>
            <a:off x="571500" y="6283963"/>
            <a:ext cx="23362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Conversion Campaigns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D8C44C-09F4-50BD-8C32-35C3D3091E51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B796DD-6FB0-3CF3-70C7-A67B191B3866}"/>
              </a:ext>
            </a:extLst>
          </p:cNvPr>
          <p:cNvSpPr txBox="1"/>
          <p:nvPr/>
        </p:nvSpPr>
        <p:spPr>
          <a:xfrm>
            <a:off x="5080600" y="5011449"/>
            <a:ext cx="1532469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100"/>
              <a:t>Area of Inefficiency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9AF76-0B58-8E66-0B0F-7E5CFCBC448C}"/>
              </a:ext>
            </a:extLst>
          </p:cNvPr>
          <p:cNvSpPr txBox="1"/>
          <p:nvPr/>
        </p:nvSpPr>
        <p:spPr>
          <a:xfrm>
            <a:off x="1724406" y="2346572"/>
            <a:ext cx="798957" cy="2216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800">
                <a:solidFill>
                  <a:schemeClr val="tx2"/>
                </a:solidFill>
              </a:rPr>
              <a:t>2023-07-21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DC566A-D321-4B52-2EE7-93389B3CAC92}"/>
              </a:ext>
            </a:extLst>
          </p:cNvPr>
          <p:cNvSpPr txBox="1"/>
          <p:nvPr/>
        </p:nvSpPr>
        <p:spPr>
          <a:xfrm>
            <a:off x="1432116" y="2890394"/>
            <a:ext cx="798957" cy="2216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800">
                <a:solidFill>
                  <a:schemeClr val="tx2"/>
                </a:solidFill>
              </a:rPr>
              <a:t>2023-07-28</a:t>
            </a:r>
          </a:p>
        </p:txBody>
      </p:sp>
    </p:spTree>
    <p:extLst>
      <p:ext uri="{BB962C8B-B14F-4D97-AF65-F5344CB8AC3E}">
        <p14:creationId xmlns:p14="http://schemas.microsoft.com/office/powerpoint/2010/main" val="7203437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40A4C-FDC9-E7B3-1BFF-81FBEFA60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43A7DAB1-CCAE-A8EC-2114-CBCBCDF5F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956" y="1231004"/>
            <a:ext cx="6155267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9AFD30-056F-D65D-FBF4-4BBD0ED47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SEM Spend </a:t>
            </a:r>
            <a:r>
              <a:rPr lang="en-US" cap="none"/>
              <a:t>vs</a:t>
            </a:r>
            <a:r>
              <a:rPr lang="en-US"/>
              <a:t> attributable ticket purchases by week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644140-E632-C6E4-8835-DF7EC1A98AFA}"/>
              </a:ext>
            </a:extLst>
          </p:cNvPr>
          <p:cNvSpPr txBox="1"/>
          <p:nvPr/>
        </p:nvSpPr>
        <p:spPr>
          <a:xfrm>
            <a:off x="571500" y="6283963"/>
            <a:ext cx="23362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Conversion Campaigns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2DC5A2-6E08-8FA9-A3F3-37E20F4878F8}"/>
              </a:ext>
            </a:extLst>
          </p:cNvPr>
          <p:cNvSpPr txBox="1"/>
          <p:nvPr/>
        </p:nvSpPr>
        <p:spPr>
          <a:xfrm>
            <a:off x="6794227" y="1301889"/>
            <a:ext cx="4572000" cy="31085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Association between the </a:t>
            </a:r>
            <a:r>
              <a:rPr lang="en-US" sz="1400" u="sng"/>
              <a:t>dollar amount spent vs the number of ticket purchases</a:t>
            </a:r>
            <a:r>
              <a:rPr lang="en-US" sz="1400"/>
              <a:t> for each week in the SEM channel</a:t>
            </a:r>
          </a:p>
          <a:p>
            <a:endParaRPr lang="en-US" sz="1400"/>
          </a:p>
          <a:p>
            <a:r>
              <a:rPr lang="en-US" sz="1400"/>
              <a:t>Notes: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Correlation coefficient = 0.60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 sz="1400"/>
              <a:t>Positive relationship between spend amount and ticket purchases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 sz="1400"/>
              <a:t>In general, more marketing spend leads to more ticket sales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Lots of fluctuation observed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 sz="1400"/>
              <a:t>Impacted by uncontrollable factors such as releasing films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 sz="1400"/>
              <a:t>Seasonality exists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C017B1-8634-60AB-B05C-26EDA1AAFC0F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</p:spTree>
    <p:extLst>
      <p:ext uri="{BB962C8B-B14F-4D97-AF65-F5344CB8AC3E}">
        <p14:creationId xmlns:p14="http://schemas.microsoft.com/office/powerpoint/2010/main" val="30241792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80AF6-C38B-BF95-3008-80E0D1836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>
            <a:extLst>
              <a:ext uri="{FF2B5EF4-FFF2-40B4-BE49-F238E27FC236}">
                <a16:creationId xmlns:a16="http://schemas.microsoft.com/office/drawing/2014/main" id="{75B51737-EB16-F44D-FC8D-2528B569B1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130" y="1231004"/>
            <a:ext cx="6004694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F5F30B-5DA8-AB4B-ABAF-B355D13C9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SEM customer journey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9E4477-F15D-0391-B19F-ABE4047C6550}"/>
              </a:ext>
            </a:extLst>
          </p:cNvPr>
          <p:cNvSpPr txBox="1"/>
          <p:nvPr/>
        </p:nvSpPr>
        <p:spPr>
          <a:xfrm>
            <a:off x="6795084" y="1267968"/>
            <a:ext cx="4441564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Breakdown of cumulative impressions, clicks, and conversions from SEM campaigns. </a:t>
            </a:r>
            <a:endParaRPr lang="en-US"/>
          </a:p>
          <a:p>
            <a:endParaRPr lang="en-US" sz="1400"/>
          </a:p>
          <a:p>
            <a:pPr marL="342900" indent="-342900">
              <a:buAutoNum type="arabicPeriod"/>
            </a:pPr>
            <a:r>
              <a:rPr lang="en-US" sz="1400"/>
              <a:t>Around 40% of impressions turn into clicks (click-through rate)</a:t>
            </a:r>
            <a:endParaRPr lang="en-US"/>
          </a:p>
          <a:p>
            <a:pPr marL="342900" indent="-342900">
              <a:buAutoNum type="arabicPeriod"/>
            </a:pPr>
            <a:r>
              <a:rPr lang="en-US" sz="1400"/>
              <a:t>Roughly 15% of those clicks turn into conversions (conversion rate)</a:t>
            </a:r>
            <a:endParaRPr lang="en-US"/>
          </a:p>
          <a:p>
            <a:pPr marL="342900" indent="-342900">
              <a:buAutoNum type="arabicPeriod"/>
            </a:pPr>
            <a:r>
              <a:rPr lang="en-US" sz="1400"/>
              <a:t>6% of all impressions turn into conversions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6C4A2A-878D-AE5A-394F-C73B0C082851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</p:spTree>
    <p:extLst>
      <p:ext uri="{BB962C8B-B14F-4D97-AF65-F5344CB8AC3E}">
        <p14:creationId xmlns:p14="http://schemas.microsoft.com/office/powerpoint/2010/main" val="123431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3605D-AE86-2F07-9A16-71721B7BA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A124F-9EA1-BA71-777D-F11E70804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947" y="2657462"/>
            <a:ext cx="10888105" cy="771538"/>
          </a:xfrm>
        </p:spPr>
        <p:txBody>
          <a:bodyPr/>
          <a:lstStyle/>
          <a:p>
            <a:pPr marL="0"/>
            <a:r>
              <a:rPr lang="en-US"/>
              <a:t>meta</a:t>
            </a:r>
          </a:p>
        </p:txBody>
      </p:sp>
    </p:spTree>
    <p:extLst>
      <p:ext uri="{BB962C8B-B14F-4D97-AF65-F5344CB8AC3E}">
        <p14:creationId xmlns:p14="http://schemas.microsoft.com/office/powerpoint/2010/main" val="1122461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339BD-BAC4-68B7-E9D9-2682391AD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00814EED-D804-7A51-79E9-A68F04177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221860"/>
            <a:ext cx="5998633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3519D2-6C35-2972-413D-9E98E1BEA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4548"/>
            <a:ext cx="11438909" cy="937312"/>
          </a:xfrm>
        </p:spPr>
        <p:txBody>
          <a:bodyPr/>
          <a:lstStyle/>
          <a:p>
            <a:r>
              <a:rPr lang="en-US"/>
              <a:t>Meta Spend by LOB </a:t>
            </a:r>
            <a:r>
              <a:rPr lang="en-US" cap="none"/>
              <a:t>vs</a:t>
            </a:r>
            <a:r>
              <a:rPr lang="en-US"/>
              <a:t> impressions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B8AF3A-6978-D56B-75CC-87CF29B7EC81}"/>
              </a:ext>
            </a:extLst>
          </p:cNvPr>
          <p:cNvSpPr txBox="1"/>
          <p:nvPr/>
        </p:nvSpPr>
        <p:spPr>
          <a:xfrm>
            <a:off x="571500" y="6283963"/>
            <a:ext cx="27386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Awareness Campaigns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96DCCB-D579-192A-84A3-5B73250AE0A0}"/>
              </a:ext>
            </a:extLst>
          </p:cNvPr>
          <p:cNvSpPr txBox="1"/>
          <p:nvPr/>
        </p:nvSpPr>
        <p:spPr>
          <a:xfrm>
            <a:off x="6781800" y="1304711"/>
            <a:ext cx="4509104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Comparison of </a:t>
            </a:r>
            <a:r>
              <a:rPr lang="en-US" sz="1400" u="sng"/>
              <a:t>where budget is allocated vs where actual impressions are generated</a:t>
            </a:r>
            <a:r>
              <a:rPr lang="en-US" sz="1400"/>
              <a:t> across the lines of business in the Meta channel with the purpose of </a:t>
            </a:r>
            <a:r>
              <a:rPr lang="en-US" sz="1400" u="sng"/>
              <a:t>customer awareness increase</a:t>
            </a:r>
            <a:r>
              <a:rPr lang="en-US" sz="1400"/>
              <a:t>.</a:t>
            </a:r>
          </a:p>
          <a:p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/>
              <a:t>F&amp;B includes campaigns nationwide for alcohol awareness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Preopening includes one campaign for </a:t>
            </a:r>
            <a:r>
              <a:rPr lang="en-US" sz="1400" err="1"/>
              <a:t>Junxion</a:t>
            </a:r>
            <a:r>
              <a:rPr lang="en-US" sz="1400"/>
              <a:t> Erin Mills announcements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E91B0E-FD30-E027-69E5-EFE408C61977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</p:spTree>
    <p:extLst>
      <p:ext uri="{BB962C8B-B14F-4D97-AF65-F5344CB8AC3E}">
        <p14:creationId xmlns:p14="http://schemas.microsoft.com/office/powerpoint/2010/main" val="18618175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1F524-F0D9-9222-001F-8AE1CF291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BF69C9B8-5932-F80D-509E-C95068D9F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231004"/>
            <a:ext cx="6104467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DAFF42-C2EF-4E5B-3BD3-14A675828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Meta Spend by LOB </a:t>
            </a:r>
            <a:r>
              <a:rPr lang="en-US" cap="none"/>
              <a:t>vs</a:t>
            </a:r>
            <a:r>
              <a:rPr lang="en-US"/>
              <a:t> CLicks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816EF2-53A1-D1B8-722D-47395B6B02D5}"/>
              </a:ext>
            </a:extLst>
          </p:cNvPr>
          <p:cNvSpPr txBox="1"/>
          <p:nvPr/>
        </p:nvSpPr>
        <p:spPr>
          <a:xfrm>
            <a:off x="571500" y="6283963"/>
            <a:ext cx="27386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Consideration Campaigns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1B021-748C-6890-2441-6F869F4F6609}"/>
              </a:ext>
            </a:extLst>
          </p:cNvPr>
          <p:cNvSpPr txBox="1"/>
          <p:nvPr/>
        </p:nvSpPr>
        <p:spPr>
          <a:xfrm>
            <a:off x="6802886" y="1287780"/>
            <a:ext cx="4509104" cy="28931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Comparison of </a:t>
            </a:r>
            <a:r>
              <a:rPr lang="en-US" sz="1400" u="sng"/>
              <a:t>where budget is allocated vs where actual clicks are generated</a:t>
            </a:r>
            <a:r>
              <a:rPr lang="en-US" sz="1400"/>
              <a:t> across the lines of business in the Meta channel with the purpose of </a:t>
            </a:r>
            <a:r>
              <a:rPr lang="en-US" sz="1400" u="sng"/>
              <a:t>customer consideration increase</a:t>
            </a:r>
            <a:r>
              <a:rPr lang="en-US" sz="1400"/>
              <a:t>.</a:t>
            </a:r>
          </a:p>
          <a:p>
            <a:endParaRPr lang="en-US" sz="1400"/>
          </a:p>
          <a:p>
            <a:r>
              <a:rPr lang="en-US" sz="1400"/>
              <a:t>Notes:</a:t>
            </a:r>
          </a:p>
          <a:p>
            <a:pPr marL="285750" indent="-285750">
              <a:buFont typeface="Arial,Sans-Serif"/>
              <a:buChar char="•"/>
            </a:pPr>
            <a:r>
              <a:rPr lang="en-US" sz="1400"/>
              <a:t>High efficiency in Film campaigns</a:t>
            </a:r>
          </a:p>
          <a:p>
            <a:pPr marL="285750" indent="-285750">
              <a:buFont typeface="Arial,Sans-Serif"/>
              <a:buChar char="•"/>
            </a:pPr>
            <a:r>
              <a:rPr lang="en-US" sz="1400"/>
              <a:t>Overspend in Brand, G&amp;E relative to engagement</a:t>
            </a:r>
          </a:p>
          <a:p>
            <a:pPr marL="285750" indent="-285750">
              <a:buFont typeface="Arial,Sans-Serif"/>
              <a:buChar char="•"/>
            </a:pPr>
            <a:r>
              <a:rPr lang="en-US" sz="1400"/>
              <a:t>“Other” includes: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 sz="1400"/>
              <a:t>Exhibition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 sz="1400"/>
              <a:t>Gaming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 sz="1400"/>
              <a:t>Pictures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8CD341-8A1D-9FEF-C542-73FE6ECC0A1F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</p:spTree>
    <p:extLst>
      <p:ext uri="{BB962C8B-B14F-4D97-AF65-F5344CB8AC3E}">
        <p14:creationId xmlns:p14="http://schemas.microsoft.com/office/powerpoint/2010/main" val="15637639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07571-961D-A2D0-6AB1-06C4F7C9E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95017F7B-5B62-C74A-8208-CEA4A57E5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809" y="1231004"/>
            <a:ext cx="6101291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8D60CF-3400-B1C2-A2CF-C326358F8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Meta COST PER CLICK By week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C00279-C78D-5F0F-0EB6-F77A2F7384DB}"/>
              </a:ext>
            </a:extLst>
          </p:cNvPr>
          <p:cNvSpPr txBox="1"/>
          <p:nvPr/>
        </p:nvSpPr>
        <p:spPr>
          <a:xfrm>
            <a:off x="571500" y="6283963"/>
            <a:ext cx="2985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Consideration Campaigns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3DBDD4-D786-117B-D4DA-337933BD438E}"/>
              </a:ext>
            </a:extLst>
          </p:cNvPr>
          <p:cNvSpPr txBox="1"/>
          <p:nvPr/>
        </p:nvSpPr>
        <p:spPr>
          <a:xfrm>
            <a:off x="6783004" y="1315212"/>
            <a:ext cx="4572000" cy="35932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500"/>
              </a:lnSpc>
            </a:pPr>
            <a:r>
              <a:rPr lang="en-US" sz="1400">
                <a:cs typeface="Arial"/>
              </a:rPr>
              <a:t>Trend line for the cost per click. </a:t>
            </a:r>
            <a:endParaRPr lang="en-US" sz="1400"/>
          </a:p>
          <a:p>
            <a:pPr marL="285750" indent="-2857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400">
                <a:cs typeface="Arial"/>
              </a:rPr>
              <a:t>Cost per click = the dollar amount spent for each click acquired each week.</a:t>
            </a:r>
          </a:p>
          <a:p>
            <a:pPr>
              <a:lnSpc>
                <a:spcPts val="1500"/>
              </a:lnSpc>
            </a:pPr>
            <a:endParaRPr lang="en-US" sz="1400">
              <a:cs typeface="Arial"/>
            </a:endParaRPr>
          </a:p>
          <a:p>
            <a:pPr>
              <a:lnSpc>
                <a:spcPts val="1500"/>
              </a:lnSpc>
            </a:pPr>
            <a:r>
              <a:rPr lang="en-US" sz="1400">
                <a:cs typeface="Arial"/>
              </a:rPr>
              <a:t>Notes:​</a:t>
            </a:r>
          </a:p>
          <a:p>
            <a:pPr marL="285750" indent="-285750">
              <a:lnSpc>
                <a:spcPts val="1500"/>
              </a:lnSpc>
              <a:buFont typeface="Arial"/>
              <a:buChar char="•"/>
            </a:pPr>
            <a:r>
              <a:rPr lang="en-US" sz="1400">
                <a:cs typeface="Arial"/>
              </a:rPr>
              <a:t>Overall, cost per click is gradually decreasing, which is a positive sign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MarkOT-Medium"/>
                <a:cs typeface="Arial"/>
              </a:rPr>
              <a:t>Period of highest return: Q3 2024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MarkOT-Medium"/>
                <a:cs typeface="Arial"/>
              </a:rPr>
              <a:t>Period of lowest return: Q4 2023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MarkOT-Medium"/>
                <a:cs typeface="Arial"/>
              </a:rPr>
              <a:t>Least Efficient Campaigns: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400">
                <a:latin typeface="MarkOT-Medium"/>
                <a:cs typeface="Arial"/>
              </a:rPr>
              <a:t>The Color Purple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400">
                <a:latin typeface="MarkOT-Medium"/>
                <a:cs typeface="Arial"/>
              </a:rPr>
              <a:t>Marvels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400">
                <a:latin typeface="MarkOT-Medium"/>
                <a:cs typeface="Arial"/>
              </a:rPr>
              <a:t>The Exorcist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MarkOT-Medium"/>
                <a:cs typeface="Arial"/>
              </a:rPr>
              <a:t>Most Efficient Campaigns: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400">
                <a:latin typeface="MarkOT-Medium"/>
                <a:cs typeface="Arial"/>
              </a:rPr>
              <a:t>Deadpool &amp; Wolverine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400">
                <a:latin typeface="MarkOT-Medium"/>
                <a:cs typeface="Arial"/>
              </a:rPr>
              <a:t>Joker: Folie A Deux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MarkOT-Medium"/>
                <a:cs typeface="Arial"/>
              </a:rPr>
              <a:t>Performance mostly film-dependant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F3C4F4-C05F-9620-2D1B-621B06C57742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</p:spTree>
    <p:extLst>
      <p:ext uri="{BB962C8B-B14F-4D97-AF65-F5344CB8AC3E}">
        <p14:creationId xmlns:p14="http://schemas.microsoft.com/office/powerpoint/2010/main" val="25014022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7F77D-4324-129E-AD99-EF787FFB9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CDB05-9642-AE20-879A-EF56DA0E1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Meta Spend LOB </a:t>
            </a:r>
            <a:r>
              <a:rPr lang="en-US" cap="none"/>
              <a:t>vs</a:t>
            </a:r>
            <a:r>
              <a:rPr lang="en-US"/>
              <a:t> Revenue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A74919-B548-B541-19C0-315512140328}"/>
              </a:ext>
            </a:extLst>
          </p:cNvPr>
          <p:cNvSpPr txBox="1"/>
          <p:nvPr/>
        </p:nvSpPr>
        <p:spPr>
          <a:xfrm>
            <a:off x="571500" y="6283963"/>
            <a:ext cx="27386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Conversion Campaigns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4CA838-8040-F7D7-8F0A-056DE4CA1D66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CCE732A-CF0A-BF66-0C35-A05C57F15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219200"/>
            <a:ext cx="5998633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E6507C-0FA7-E5F0-C1FD-75C07A566E43}"/>
              </a:ext>
            </a:extLst>
          </p:cNvPr>
          <p:cNvSpPr txBox="1"/>
          <p:nvPr/>
        </p:nvSpPr>
        <p:spPr>
          <a:xfrm>
            <a:off x="6781800" y="1286256"/>
            <a:ext cx="4509104" cy="28931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Comparison of </a:t>
            </a:r>
            <a:r>
              <a:rPr lang="en-US" sz="1400" u="sng"/>
              <a:t>where budget is allocated vs where revenue is generated</a:t>
            </a:r>
            <a:r>
              <a:rPr lang="en-US" sz="1400"/>
              <a:t> across the lines of business in the Meta channel with the purpose of </a:t>
            </a:r>
            <a:r>
              <a:rPr lang="en-US" sz="1400" u="sng"/>
              <a:t>customer purchase increase</a:t>
            </a:r>
            <a:r>
              <a:rPr lang="en-US" sz="1400"/>
              <a:t>.</a:t>
            </a:r>
          </a:p>
          <a:p>
            <a:endParaRPr lang="en-US" sz="1400"/>
          </a:p>
          <a:p>
            <a:r>
              <a:rPr lang="en-US" sz="1400"/>
              <a:t>Notes:</a:t>
            </a:r>
          </a:p>
          <a:p>
            <a:pPr marL="285750" indent="-285750">
              <a:buFont typeface="Arial,Sans-Serif"/>
              <a:buChar char="•"/>
            </a:pPr>
            <a:r>
              <a:rPr lang="en-US" sz="1400"/>
              <a:t>High efficiency in Film campaigns</a:t>
            </a:r>
          </a:p>
          <a:p>
            <a:pPr marL="285750" indent="-285750">
              <a:buFont typeface="Arial,Sans-Serif"/>
              <a:buChar char="•"/>
            </a:pPr>
            <a:r>
              <a:rPr lang="en-US" sz="1400"/>
              <a:t>Overspend in Brand, Exhibition relative to engagement</a:t>
            </a:r>
          </a:p>
          <a:p>
            <a:pPr marL="285750" indent="-285750">
              <a:buFont typeface="Arial,Sans-Serif"/>
              <a:buChar char="•"/>
            </a:pPr>
            <a:r>
              <a:rPr lang="en-US" sz="1400"/>
              <a:t>“Other” includes: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 sz="1400"/>
              <a:t>Event Cinema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 sz="1400"/>
              <a:t>Cineclub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 sz="1400"/>
              <a:t>IMAX</a:t>
            </a:r>
          </a:p>
        </p:txBody>
      </p:sp>
    </p:spTree>
    <p:extLst>
      <p:ext uri="{BB962C8B-B14F-4D97-AF65-F5344CB8AC3E}">
        <p14:creationId xmlns:p14="http://schemas.microsoft.com/office/powerpoint/2010/main" val="16470048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3A694-682A-3731-AC48-4F37213FD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3D6CEFF-FAAA-88BD-376D-1B4E8A9B4ADA}"/>
              </a:ext>
            </a:extLst>
          </p:cNvPr>
          <p:cNvSpPr txBox="1">
            <a:spLocks/>
          </p:cNvSpPr>
          <p:nvPr/>
        </p:nvSpPr>
        <p:spPr>
          <a:xfrm>
            <a:off x="651947" y="2657462"/>
            <a:ext cx="10888105" cy="77153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475411" indent="0" algn="ctr" defTabSz="609562" rtl="0" eaLnBrk="1" latinLnBrk="0" hangingPunct="1">
              <a:spcBef>
                <a:spcPts val="0"/>
              </a:spcBef>
              <a:spcAft>
                <a:spcPts val="2400"/>
              </a:spcAft>
              <a:buFontTx/>
              <a:buNone/>
              <a:defRPr sz="5000" b="1" i="0" kern="1200" cap="all" spc="150" baseline="0">
                <a:solidFill>
                  <a:schemeClr val="tx1"/>
                </a:solidFill>
                <a:latin typeface="MarkOT-Ultra" panose="020B0504020101010102" pitchFamily="34" charset="77"/>
                <a:ea typeface="+mj-ea"/>
                <a:cs typeface="MarkOT-Heavy"/>
              </a:defRPr>
            </a:lvl1pPr>
          </a:lstStyle>
          <a:p>
            <a:pPr marL="0"/>
            <a:r>
              <a:rPr lang="en-US"/>
              <a:t>snapchat</a:t>
            </a:r>
          </a:p>
        </p:txBody>
      </p:sp>
    </p:spTree>
    <p:extLst>
      <p:ext uri="{BB962C8B-B14F-4D97-AF65-F5344CB8AC3E}">
        <p14:creationId xmlns:p14="http://schemas.microsoft.com/office/powerpoint/2010/main" val="7188782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54538-7C0B-CE34-A2D3-C8FCB4329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F0EA1-5B23-63F6-3D87-FCA1F706D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SNAPCHAT Spend by lob </a:t>
            </a:r>
            <a:r>
              <a:rPr lang="en-US" cap="none"/>
              <a:t>vs</a:t>
            </a:r>
            <a:r>
              <a:rPr lang="en-US"/>
              <a:t> Revenue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A4E1C2-767D-6E9C-FD4C-736122C5FCE3}"/>
              </a:ext>
            </a:extLst>
          </p:cNvPr>
          <p:cNvSpPr txBox="1"/>
          <p:nvPr/>
        </p:nvSpPr>
        <p:spPr>
          <a:xfrm>
            <a:off x="571500" y="6283963"/>
            <a:ext cx="34975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Conversion Campaigns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95DE2C-CAA4-76CE-7C4D-94999DB9BA7C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A9D7CD8-5AFA-43E7-7023-1996F03DB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059" y="1231004"/>
            <a:ext cx="6104467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B5B060-DE7F-499A-C41E-1FE804A68535}"/>
              </a:ext>
            </a:extLst>
          </p:cNvPr>
          <p:cNvSpPr txBox="1"/>
          <p:nvPr/>
        </p:nvSpPr>
        <p:spPr>
          <a:xfrm>
            <a:off x="6803877" y="1292106"/>
            <a:ext cx="4509104" cy="24622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Comparison of </a:t>
            </a:r>
            <a:r>
              <a:rPr lang="en-US" sz="1400" u="sng"/>
              <a:t>where budget is allocated vs where revenue is generated</a:t>
            </a:r>
            <a:r>
              <a:rPr lang="en-US" sz="1400"/>
              <a:t> across the lines of businesses in the Snapchat channel with the purpose of </a:t>
            </a:r>
            <a:r>
              <a:rPr lang="en-US" sz="1400" u="sng"/>
              <a:t>attendance conversion increase</a:t>
            </a:r>
            <a:r>
              <a:rPr lang="en-US" sz="1400"/>
              <a:t>.</a:t>
            </a:r>
          </a:p>
          <a:p>
            <a:endParaRPr lang="en-US" sz="1400"/>
          </a:p>
          <a:p>
            <a:r>
              <a:rPr lang="en-US" sz="1400"/>
              <a:t>Notes: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Performance generally has higher budget allocation and higher revenue in return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Both lines of business roughly have similar proportions in investments and revenue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Indicates efficiency in current spend</a:t>
            </a:r>
          </a:p>
        </p:txBody>
      </p:sp>
    </p:spTree>
    <p:extLst>
      <p:ext uri="{BB962C8B-B14F-4D97-AF65-F5344CB8AC3E}">
        <p14:creationId xmlns:p14="http://schemas.microsoft.com/office/powerpoint/2010/main" val="3727576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798EC47F-2656-DF88-36F4-E691EE87A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231004"/>
            <a:ext cx="6068483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61FEAA-54B2-BDBD-AD63-5CC18EF05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ROAS by snapchat CAMPAIGN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DF7102-53EA-C771-988E-91D559FDB28E}"/>
              </a:ext>
            </a:extLst>
          </p:cNvPr>
          <p:cNvSpPr txBox="1"/>
          <p:nvPr/>
        </p:nvSpPr>
        <p:spPr>
          <a:xfrm>
            <a:off x="571500" y="6283963"/>
            <a:ext cx="23362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Conversion Campaigns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7FEFF4-1019-FA46-5C3B-96080BD71322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A8D120-A08B-4DF9-2E26-1DCEA89A05DE}"/>
              </a:ext>
            </a:extLst>
          </p:cNvPr>
          <p:cNvSpPr txBox="1"/>
          <p:nvPr/>
        </p:nvSpPr>
        <p:spPr>
          <a:xfrm>
            <a:off x="6790944" y="1287780"/>
            <a:ext cx="4827312" cy="25237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Revenue return per dollar spent on each advertisement campaign. The chart displays the top 10 campaigns by ROAS.</a:t>
            </a:r>
          </a:p>
          <a:p>
            <a:endParaRPr lang="en-US" sz="1400"/>
          </a:p>
          <a:p>
            <a:r>
              <a:rPr lang="en-US" sz="1400"/>
              <a:t>Notes: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Maximum ROAS is around $120 from Barbie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Using the "Always On" campaign as a benchmark, 6 campaigns had superior performance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Around $40 ROAS is observed to be the point of transition to "efficiency"</a:t>
            </a:r>
          </a:p>
        </p:txBody>
      </p:sp>
    </p:spTree>
    <p:extLst>
      <p:ext uri="{BB962C8B-B14F-4D97-AF65-F5344CB8AC3E}">
        <p14:creationId xmlns:p14="http://schemas.microsoft.com/office/powerpoint/2010/main" val="13177033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B00782B-6AC6-41D9-2C87-9A52CFB4E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2E240C4-63AB-B9F1-5791-516F4C55C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121" y="1228344"/>
            <a:ext cx="5883275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B3896F-1C53-1A35-4B9F-2B27E4929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ROAS by snapchat CAMPAIGN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B9F5C2-2CB2-5932-1613-2584162F3B45}"/>
              </a:ext>
            </a:extLst>
          </p:cNvPr>
          <p:cNvSpPr txBox="1"/>
          <p:nvPr/>
        </p:nvSpPr>
        <p:spPr>
          <a:xfrm>
            <a:off x="571500" y="6283963"/>
            <a:ext cx="23362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Conversion Campaigns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C3A919-41F2-2A96-6F49-EB75DFB82DB3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A2B463-1581-6A5A-C0CE-3828CB854964}"/>
              </a:ext>
            </a:extLst>
          </p:cNvPr>
          <p:cNvSpPr txBox="1"/>
          <p:nvPr/>
        </p:nvSpPr>
        <p:spPr>
          <a:xfrm>
            <a:off x="6804674" y="1260348"/>
            <a:ext cx="4827312" cy="2246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Revenue return per dollar spent on each advertisement campaign. The chart displays the bottom 10 campaigns by ROAS.</a:t>
            </a:r>
          </a:p>
          <a:p>
            <a:endParaRPr lang="en-US" sz="1400"/>
          </a:p>
          <a:p>
            <a:r>
              <a:rPr lang="en-US" sz="1400"/>
              <a:t>Notes: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TAROT film campaign lowest performing with ROAS =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Followed by The Marvels and Shazam! Fury of the Gods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Bottom 3 campaigns had a ROAS of below 20</a:t>
            </a:r>
          </a:p>
        </p:txBody>
      </p:sp>
    </p:spTree>
    <p:extLst>
      <p:ext uri="{BB962C8B-B14F-4D97-AF65-F5344CB8AC3E}">
        <p14:creationId xmlns:p14="http://schemas.microsoft.com/office/powerpoint/2010/main" val="10122047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62699-998C-1351-E966-4951DD1C5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B64CA12-8BD1-2C85-F7C6-61A4E536702C}"/>
              </a:ext>
            </a:extLst>
          </p:cNvPr>
          <p:cNvSpPr txBox="1">
            <a:spLocks/>
          </p:cNvSpPr>
          <p:nvPr/>
        </p:nvSpPr>
        <p:spPr>
          <a:xfrm>
            <a:off x="651947" y="2657462"/>
            <a:ext cx="10888105" cy="77153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475411" indent="0" algn="ctr" defTabSz="609562" rtl="0" eaLnBrk="1" latinLnBrk="0" hangingPunct="1">
              <a:spcBef>
                <a:spcPts val="0"/>
              </a:spcBef>
              <a:spcAft>
                <a:spcPts val="2400"/>
              </a:spcAft>
              <a:buFontTx/>
              <a:buNone/>
              <a:defRPr sz="5000" b="1" i="0" kern="1200" cap="all" spc="150" baseline="0">
                <a:solidFill>
                  <a:schemeClr val="tx1"/>
                </a:solidFill>
                <a:latin typeface="MarkOT-Ultra" panose="020B0504020101010102" pitchFamily="34" charset="77"/>
                <a:ea typeface="+mj-ea"/>
                <a:cs typeface="MarkOT-Heavy"/>
              </a:defRPr>
            </a:lvl1pPr>
          </a:lstStyle>
          <a:p>
            <a:pPr marL="0"/>
            <a:r>
              <a:rPr lang="en-US" err="1"/>
              <a:t>tiktok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1981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AF0E9-B33A-8F81-F6C2-BAA652DCE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85C49-B410-6767-2CCC-18797221C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Tiktok</a:t>
            </a:r>
            <a:r>
              <a:rPr lang="en-US"/>
              <a:t> Spend by lob </a:t>
            </a:r>
            <a:r>
              <a:rPr lang="en-US" cap="none"/>
              <a:t>vs</a:t>
            </a:r>
            <a:r>
              <a:rPr lang="en-US"/>
              <a:t> CLicks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380A11-3F4B-4553-0F1C-9F47D2FA33A5}"/>
              </a:ext>
            </a:extLst>
          </p:cNvPr>
          <p:cNvSpPr txBox="1"/>
          <p:nvPr/>
        </p:nvSpPr>
        <p:spPr>
          <a:xfrm>
            <a:off x="571500" y="6283963"/>
            <a:ext cx="34975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Consideration Campaigns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C9CD80-FC76-0E4F-0743-CC7C27D5C099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3BA0EA1-735F-737B-F5F4-2D5A0A090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231004"/>
            <a:ext cx="6104467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1587C1-A44C-4575-3A9C-75A6C1CF582B}"/>
              </a:ext>
            </a:extLst>
          </p:cNvPr>
          <p:cNvSpPr txBox="1"/>
          <p:nvPr/>
        </p:nvSpPr>
        <p:spPr>
          <a:xfrm>
            <a:off x="6803877" y="1301250"/>
            <a:ext cx="4509104" cy="37548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Comparison of </a:t>
            </a:r>
            <a:r>
              <a:rPr lang="en-US" sz="1400" u="sng"/>
              <a:t>where budget is allocated vs where actual clicks</a:t>
            </a:r>
            <a:r>
              <a:rPr lang="ko-KR" altLang="en-US" sz="1400" u="sng"/>
              <a:t> are</a:t>
            </a:r>
            <a:r>
              <a:rPr lang="en-US" sz="1400" u="sng"/>
              <a:t> generated</a:t>
            </a:r>
            <a:r>
              <a:rPr lang="en-US" sz="1400"/>
              <a:t> across the lines of businesses in the TikTok channel with the purpose of </a:t>
            </a:r>
            <a:r>
              <a:rPr lang="en-US" sz="1400" u="sng"/>
              <a:t>customer consideration increase</a:t>
            </a:r>
            <a:r>
              <a:rPr lang="en-US" sz="1400"/>
              <a:t>.</a:t>
            </a:r>
          </a:p>
          <a:p>
            <a:endParaRPr lang="en-US" sz="1400"/>
          </a:p>
          <a:p>
            <a:r>
              <a:rPr lang="en-US" sz="1400"/>
              <a:t>Notes: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Gaming generally has higher budget allocation and higher click conversion in return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Gaming shows higher click conversion proportion relative to the investment proportion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Film marketing shows lower click conversion proportion relative to the investment proportion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Gaming is observed to be the more efficient choice, also being the current major line of business </a:t>
            </a:r>
          </a:p>
        </p:txBody>
      </p:sp>
    </p:spTree>
    <p:extLst>
      <p:ext uri="{BB962C8B-B14F-4D97-AF65-F5344CB8AC3E}">
        <p14:creationId xmlns:p14="http://schemas.microsoft.com/office/powerpoint/2010/main" val="16307944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20F1A-84F4-5844-EDF3-A04317420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C7C43-EDC3-06D3-369E-6F04C0256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Tiktok</a:t>
            </a:r>
            <a:r>
              <a:rPr lang="en-US"/>
              <a:t> Weekly Spend </a:t>
            </a:r>
            <a:r>
              <a:rPr lang="en-US" cap="none"/>
              <a:t>vs PURCHASE</a:t>
            </a:r>
            <a:r>
              <a:rPr lang="en-US"/>
              <a:t> Revenue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4CC48E-7BB9-AFC1-2EDE-81D1C752D085}"/>
              </a:ext>
            </a:extLst>
          </p:cNvPr>
          <p:cNvSpPr txBox="1"/>
          <p:nvPr/>
        </p:nvSpPr>
        <p:spPr>
          <a:xfrm>
            <a:off x="571500" y="6283963"/>
            <a:ext cx="34975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Conversion Campaigns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1B53F7-F726-C810-0395-A12AC893F42E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D6B9C6-AC6E-39DA-A7F4-B025D8E3732D}"/>
              </a:ext>
            </a:extLst>
          </p:cNvPr>
          <p:cNvSpPr txBox="1"/>
          <p:nvPr/>
        </p:nvSpPr>
        <p:spPr>
          <a:xfrm>
            <a:off x="6781800" y="1287780"/>
            <a:ext cx="455567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Relationship between the </a:t>
            </a:r>
            <a:r>
              <a:rPr lang="en-US" sz="1400" u="sng"/>
              <a:t>dollar amount spent &amp; the revenue attributable to purchases </a:t>
            </a:r>
            <a:r>
              <a:rPr lang="en-US" sz="1400"/>
              <a:t>for each week.</a:t>
            </a:r>
          </a:p>
          <a:p>
            <a:endParaRPr lang="en-US" sz="1400"/>
          </a:p>
          <a:p>
            <a:r>
              <a:rPr lang="en-US" sz="1400"/>
              <a:t>Notes: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TikTok channel only includes one LOB: Film Marketing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Shaded area is where ROAS &lt; 10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Correlation = 0.68</a:t>
            </a:r>
          </a:p>
          <a:p>
            <a:pPr marL="742950" lvl="1" indent="-285750">
              <a:buFont typeface="Arial"/>
              <a:buChar char="•"/>
            </a:pPr>
            <a:r>
              <a:rPr lang="en-US" sz="1400"/>
              <a:t>Moderate to strong relationship between spend and revenue</a:t>
            </a:r>
          </a:p>
          <a:p>
            <a:pPr marL="742950" lvl="1" indent="-285750">
              <a:buFont typeface="Arial"/>
              <a:buChar char="•"/>
            </a:pPr>
            <a:r>
              <a:rPr lang="en-US" sz="1400"/>
              <a:t>In general, more marketing spend leads to higher revenue earned.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9C98F3D-BF22-DC75-22B1-E5FB0D309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231004"/>
            <a:ext cx="6345767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043C76-12E7-0722-0BAC-A7ABDDCABDB8}"/>
              </a:ext>
            </a:extLst>
          </p:cNvPr>
          <p:cNvSpPr txBox="1"/>
          <p:nvPr/>
        </p:nvSpPr>
        <p:spPr>
          <a:xfrm>
            <a:off x="3327972" y="4188072"/>
            <a:ext cx="798957" cy="2216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800">
                <a:solidFill>
                  <a:schemeClr val="tx2"/>
                </a:solidFill>
              </a:rPr>
              <a:t>2024-05-03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EB5D35-CCC8-5755-B107-FCF170A40CD9}"/>
              </a:ext>
            </a:extLst>
          </p:cNvPr>
          <p:cNvSpPr txBox="1"/>
          <p:nvPr/>
        </p:nvSpPr>
        <p:spPr>
          <a:xfrm>
            <a:off x="5148865" y="4106391"/>
            <a:ext cx="798957" cy="2216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800">
                <a:solidFill>
                  <a:schemeClr val="tx2"/>
                </a:solidFill>
              </a:rPr>
              <a:t>2024-04-26</a:t>
            </a:r>
          </a:p>
        </p:txBody>
      </p:sp>
    </p:spTree>
    <p:extLst>
      <p:ext uri="{BB962C8B-B14F-4D97-AF65-F5344CB8AC3E}">
        <p14:creationId xmlns:p14="http://schemas.microsoft.com/office/powerpoint/2010/main" val="32115893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7C0DDF4-B73D-FFDA-A815-9F51ABF2A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A7969AC9-278F-3EE3-9D83-983A3FD3C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1" y="1229572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0CCE87-A199-3446-C169-05D21F659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ROAS by </a:t>
            </a:r>
            <a:r>
              <a:rPr lang="en-US" err="1"/>
              <a:t>tiktok</a:t>
            </a:r>
            <a:r>
              <a:rPr lang="en-US"/>
              <a:t> CAMPAIGN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4CD175-413A-F950-3516-FB96A2FA035C}"/>
              </a:ext>
            </a:extLst>
          </p:cNvPr>
          <p:cNvSpPr txBox="1"/>
          <p:nvPr/>
        </p:nvSpPr>
        <p:spPr>
          <a:xfrm>
            <a:off x="571500" y="6283963"/>
            <a:ext cx="23362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Conversion Campaigns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B500B4-5F29-DB69-B8F6-5CE129C0B4E9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D87D48-5668-6D05-E6B8-8093838BF58F}"/>
              </a:ext>
            </a:extLst>
          </p:cNvPr>
          <p:cNvSpPr txBox="1"/>
          <p:nvPr/>
        </p:nvSpPr>
        <p:spPr>
          <a:xfrm>
            <a:off x="6832364" y="1251204"/>
            <a:ext cx="4606545" cy="31085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Revenue return per dollar spent on each advertisement campaign. The chart displays the top 10 campaigns by ROAS.</a:t>
            </a:r>
          </a:p>
          <a:p>
            <a:endParaRPr lang="en-US" sz="1400"/>
          </a:p>
          <a:p>
            <a:r>
              <a:rPr lang="en-US" sz="1400"/>
              <a:t>Notes: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Maximum ROAS is 40 from The Little Mermaid (compared to 120 from Snapchat)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Using the "Always On" campaign as a benchmark, 3 campaigns had superior performance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Around 25 ROAS is observed to be the point of transition to "efficiency"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Snapchat is observed to be the relatively optimal channel over TikTok</a:t>
            </a:r>
          </a:p>
        </p:txBody>
      </p:sp>
    </p:spTree>
    <p:extLst>
      <p:ext uri="{BB962C8B-B14F-4D97-AF65-F5344CB8AC3E}">
        <p14:creationId xmlns:p14="http://schemas.microsoft.com/office/powerpoint/2010/main" val="36900126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60358A0-3B72-5FBF-07EC-56DD65CB6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5ABBD3E7-BD4E-5A25-E539-54E6381FB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290" y="1229572"/>
            <a:ext cx="6541558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0F81B7-9155-7EE1-E2B4-94AA27A5E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ROAS by </a:t>
            </a:r>
            <a:r>
              <a:rPr lang="en-US" err="1"/>
              <a:t>tiktok</a:t>
            </a:r>
            <a:r>
              <a:rPr lang="en-US"/>
              <a:t> CAMPAIGN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D101FF-F703-0FF8-36A1-BDE6FEC0B3D5}"/>
              </a:ext>
            </a:extLst>
          </p:cNvPr>
          <p:cNvSpPr txBox="1"/>
          <p:nvPr/>
        </p:nvSpPr>
        <p:spPr>
          <a:xfrm>
            <a:off x="571500" y="6283963"/>
            <a:ext cx="23362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Conversion Campaigns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CA49B-DFA1-8198-A35A-4E7B440E399A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6E4C5A-312B-237D-751E-2BC6FBA02E4B}"/>
              </a:ext>
            </a:extLst>
          </p:cNvPr>
          <p:cNvSpPr txBox="1"/>
          <p:nvPr/>
        </p:nvSpPr>
        <p:spPr>
          <a:xfrm>
            <a:off x="7161783" y="1242060"/>
            <a:ext cx="4374897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Revenue return per dollar spent on each advertisement campaign. The chart </a:t>
            </a:r>
            <a:r>
              <a:rPr lang="en-US" sz="1400" err="1"/>
              <a:t>displaysthe</a:t>
            </a:r>
            <a:r>
              <a:rPr lang="en-US" sz="1400"/>
              <a:t> bottom 10 campaigns by ROAS.</a:t>
            </a:r>
          </a:p>
          <a:p>
            <a:endParaRPr lang="en-US" sz="1400"/>
          </a:p>
          <a:p>
            <a:r>
              <a:rPr lang="en-US" sz="1400"/>
              <a:t>Notes: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Indiana Jones and the Dial of Destiny lowest performing with ROAS = 2.5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Followed by TAROT and Book Club 2</a:t>
            </a:r>
          </a:p>
        </p:txBody>
      </p:sp>
    </p:spTree>
    <p:extLst>
      <p:ext uri="{BB962C8B-B14F-4D97-AF65-F5344CB8AC3E}">
        <p14:creationId xmlns:p14="http://schemas.microsoft.com/office/powerpoint/2010/main" val="7039090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17491-3FB4-1EE1-C19A-CAE919CDF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B9557-B3E0-F66E-55FF-EF53D7FE1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947" y="2657462"/>
            <a:ext cx="10888105" cy="771538"/>
          </a:xfrm>
        </p:spPr>
        <p:txBody>
          <a:bodyPr/>
          <a:lstStyle/>
          <a:p>
            <a:pPr marL="0"/>
            <a:r>
              <a:rPr lang="en-US"/>
              <a:t>programmatic</a:t>
            </a:r>
          </a:p>
        </p:txBody>
      </p:sp>
    </p:spTree>
    <p:extLst>
      <p:ext uri="{BB962C8B-B14F-4D97-AF65-F5344CB8AC3E}">
        <p14:creationId xmlns:p14="http://schemas.microsoft.com/office/powerpoint/2010/main" val="37616581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8E15F-C5FC-32AA-3630-BB737C8F3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8E04B-D9F9-AFF6-6332-8F9CDE6FF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Programmatic spend by lob </a:t>
            </a:r>
            <a:r>
              <a:rPr lang="en-US" cap="none"/>
              <a:t>vs</a:t>
            </a:r>
            <a:r>
              <a:rPr lang="en-US"/>
              <a:t> clicks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CB8C41-5E19-8F71-EFCC-A960D227F635}"/>
              </a:ext>
            </a:extLst>
          </p:cNvPr>
          <p:cNvSpPr txBox="1"/>
          <p:nvPr/>
        </p:nvSpPr>
        <p:spPr>
          <a:xfrm>
            <a:off x="571500" y="6283963"/>
            <a:ext cx="34975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Consideration Campaigns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1A65BE-D9B2-6893-CE30-C5D1B4F0D886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286D047E-7F7F-802F-6097-0C12FC4F6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231004"/>
            <a:ext cx="6137275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E28ECF-F790-F179-167A-6168BAB0D287}"/>
              </a:ext>
            </a:extLst>
          </p:cNvPr>
          <p:cNvSpPr txBox="1"/>
          <p:nvPr/>
        </p:nvSpPr>
        <p:spPr>
          <a:xfrm>
            <a:off x="6803877" y="1310394"/>
            <a:ext cx="4509104" cy="4401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Comparison of </a:t>
            </a:r>
            <a:r>
              <a:rPr lang="en-US" sz="1400" u="sng"/>
              <a:t>where budget is allocated vs where actual clicks</a:t>
            </a:r>
            <a:r>
              <a:rPr lang="ko-KR" altLang="en-US" sz="1400" u="sng"/>
              <a:t> are</a:t>
            </a:r>
            <a:r>
              <a:rPr lang="en-US" sz="1400" u="sng"/>
              <a:t> generated</a:t>
            </a:r>
            <a:r>
              <a:rPr lang="en-US" sz="1400"/>
              <a:t> across the lines of businesses in the Programmatic channel with the purpose of </a:t>
            </a:r>
            <a:r>
              <a:rPr lang="en-US" sz="1400" u="sng"/>
              <a:t>customer consideration increase</a:t>
            </a:r>
            <a:r>
              <a:rPr lang="en-US" sz="1400"/>
              <a:t>.</a:t>
            </a:r>
          </a:p>
          <a:p>
            <a:endParaRPr lang="en-US" sz="1400"/>
          </a:p>
          <a:p>
            <a:r>
              <a:rPr lang="en-US" sz="1400"/>
              <a:t>Notes: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Film marketing generates the highest proportion of clicks relative to the investment proportion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B2C is the other line of business that generates a higher proportion of clicks relative to its investment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Brand and Enhanced Experiences generate less clicks relative to its investment, hence making them inefficient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Brand has highest investment proportion but second lowest click generation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Observing that film marketing was inefficient in the TikTok channel, the performance of business lines depend on the channel</a:t>
            </a:r>
          </a:p>
        </p:txBody>
      </p:sp>
    </p:spTree>
    <p:extLst>
      <p:ext uri="{BB962C8B-B14F-4D97-AF65-F5344CB8AC3E}">
        <p14:creationId xmlns:p14="http://schemas.microsoft.com/office/powerpoint/2010/main" val="33854197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16B79-AAFF-CC97-1442-C0FDAC75F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925AD-1030-3FE9-682E-132DA52B3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Programmatic spend by lob </a:t>
            </a:r>
            <a:r>
              <a:rPr lang="en-US" cap="none"/>
              <a:t>vs</a:t>
            </a:r>
            <a:r>
              <a:rPr lang="en-US"/>
              <a:t> Revenue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F161F4-988C-A2B9-B904-906703EC6FA9}"/>
              </a:ext>
            </a:extLst>
          </p:cNvPr>
          <p:cNvSpPr txBox="1"/>
          <p:nvPr/>
        </p:nvSpPr>
        <p:spPr>
          <a:xfrm>
            <a:off x="571500" y="6283963"/>
            <a:ext cx="34975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Conversion Campaigns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20B308-E5A0-B6A5-D0BC-58764A5C5533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2DCA7EBD-E0E1-801A-5BD1-A664BE167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231004"/>
            <a:ext cx="6104467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8487B3-396F-3A0D-816C-F958F813F2A8}"/>
              </a:ext>
            </a:extLst>
          </p:cNvPr>
          <p:cNvSpPr txBox="1"/>
          <p:nvPr/>
        </p:nvSpPr>
        <p:spPr>
          <a:xfrm>
            <a:off x="6803877" y="1310394"/>
            <a:ext cx="4509104" cy="41857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Comparison of </a:t>
            </a:r>
            <a:r>
              <a:rPr lang="en-US" sz="1400" u="sng"/>
              <a:t>where budget is allocated vs where revenue</a:t>
            </a:r>
            <a:r>
              <a:rPr lang="en-US" altLang="ko-KR" sz="1400" u="sng"/>
              <a:t> is</a:t>
            </a:r>
            <a:r>
              <a:rPr lang="en-US" sz="1400" u="sng"/>
              <a:t> generated</a:t>
            </a:r>
            <a:r>
              <a:rPr lang="en-US" sz="1400"/>
              <a:t> across the lines of businesses in the Programmatic channel with the purpose of </a:t>
            </a:r>
            <a:r>
              <a:rPr lang="en-US" sz="1400" u="sng"/>
              <a:t>attendance conversion increase</a:t>
            </a:r>
            <a:r>
              <a:rPr lang="en-US" sz="1400"/>
              <a:t>.</a:t>
            </a:r>
          </a:p>
          <a:p>
            <a:endParaRPr lang="en-US" sz="1400"/>
          </a:p>
          <a:p>
            <a:r>
              <a:rPr lang="en-US" sz="1400"/>
              <a:t>Notes: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Brand is observed to be most efficient given the relative revenue generated from the investment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400"/>
              <a:t>This contradicts from the consideration efficiency, showing that the performance of business lines is also dependent on the objective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Remaining 3 lines of business are all inefficient, given the relatively low return in revenue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Performance has highest investment proportion with second highest revenue proportion, being the "major" line of business</a:t>
            </a:r>
          </a:p>
        </p:txBody>
      </p:sp>
    </p:spTree>
    <p:extLst>
      <p:ext uri="{BB962C8B-B14F-4D97-AF65-F5344CB8AC3E}">
        <p14:creationId xmlns:p14="http://schemas.microsoft.com/office/powerpoint/2010/main" val="34204882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5C9A2F6-DE71-F2FF-1808-23953FBA7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2" name="Picture 8">
            <a:extLst>
              <a:ext uri="{FF2B5EF4-FFF2-40B4-BE49-F238E27FC236}">
                <a16:creationId xmlns:a16="http://schemas.microsoft.com/office/drawing/2014/main" id="{468DC037-74B0-0E63-328D-DE4B4FB24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229864"/>
            <a:ext cx="6096000" cy="4574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266332-F225-3D82-A16A-AD9735D96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roas</a:t>
            </a:r>
            <a:r>
              <a:rPr lang="en-US"/>
              <a:t> by programmatic CAMPAIGN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4FA5EC-7BD5-7098-C856-7678D5F9EA6F}"/>
              </a:ext>
            </a:extLst>
          </p:cNvPr>
          <p:cNvSpPr txBox="1"/>
          <p:nvPr/>
        </p:nvSpPr>
        <p:spPr>
          <a:xfrm>
            <a:off x="571500" y="6283963"/>
            <a:ext cx="23362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Conversion Campaigns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D5DD4C-92FC-1DDC-1518-2CDC95F2123E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8D939E-B98A-2555-D802-3CEA835064BF}"/>
              </a:ext>
            </a:extLst>
          </p:cNvPr>
          <p:cNvSpPr txBox="1"/>
          <p:nvPr/>
        </p:nvSpPr>
        <p:spPr>
          <a:xfrm>
            <a:off x="6781800" y="1242060"/>
            <a:ext cx="4572000" cy="24622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Revenue return per dollar spent on each advertisement campaign. The left chart displays top 10 campaigns by ROAS.</a:t>
            </a:r>
          </a:p>
          <a:p>
            <a:endParaRPr lang="en-US" sz="1400"/>
          </a:p>
          <a:p>
            <a:r>
              <a:rPr lang="en-US" sz="1400"/>
              <a:t>Notes: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Maximum ROAS is roughly 95 from Masterbrand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Performance had the highest spend among all LOBs.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Masterbrand and Masterbrand Holiday had higher ROAS despite lesser spend.</a:t>
            </a:r>
          </a:p>
        </p:txBody>
      </p:sp>
    </p:spTree>
    <p:extLst>
      <p:ext uri="{BB962C8B-B14F-4D97-AF65-F5344CB8AC3E}">
        <p14:creationId xmlns:p14="http://schemas.microsoft.com/office/powerpoint/2010/main" val="41336024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3D11C-D470-7DED-47D9-A12CFDCDA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9BFDFF7E-1B28-A08E-85D7-5F363C8DC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356" y="1228344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7CB72B-8489-D56B-73FC-73DBAAC39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programmatic customer journey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A00F2A-D718-F57F-22C9-A02EE5B676E1}"/>
              </a:ext>
            </a:extLst>
          </p:cNvPr>
          <p:cNvSpPr txBox="1"/>
          <p:nvPr/>
        </p:nvSpPr>
        <p:spPr>
          <a:xfrm>
            <a:off x="6781800" y="1269492"/>
            <a:ext cx="4441564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Breakdown of cumulative impressions, clicks, and conversions from Programmatic campaigns. </a:t>
            </a:r>
            <a:endParaRPr lang="en-US"/>
          </a:p>
          <a:p>
            <a:endParaRPr lang="en-US" sz="1400"/>
          </a:p>
          <a:p>
            <a:pPr marL="342900" indent="-342900">
              <a:buAutoNum type="arabicPeriod"/>
            </a:pPr>
            <a:r>
              <a:rPr lang="en-US" sz="1400"/>
              <a:t>Around 0.2% of impressions turn into clicks (click-through rate)</a:t>
            </a:r>
            <a:endParaRPr lang="en-US"/>
          </a:p>
          <a:p>
            <a:pPr marL="342900" indent="-342900">
              <a:buAutoNum type="arabicPeriod"/>
            </a:pPr>
            <a:r>
              <a:rPr lang="en-US" sz="1400"/>
              <a:t>Roughly 91% of those clicks turn into conversions (conversion rate)</a:t>
            </a:r>
            <a:endParaRPr lang="en-US"/>
          </a:p>
          <a:p>
            <a:pPr marL="342900" indent="-342900">
              <a:buAutoNum type="arabicPeriod"/>
            </a:pPr>
            <a:r>
              <a:rPr lang="en-US" sz="1400"/>
              <a:t>0.2% of all impressions turn into conversions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7EFA9B-3956-9FC4-1D5A-58E20ABE3FE8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</p:spTree>
    <p:extLst>
      <p:ext uri="{BB962C8B-B14F-4D97-AF65-F5344CB8AC3E}">
        <p14:creationId xmlns:p14="http://schemas.microsoft.com/office/powerpoint/2010/main" val="12363308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A6002-9BBE-EC21-7D2B-947C001F4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82755-9B99-FEAF-E16A-574E44F34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12652336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1F2EB-295C-B708-2F9F-271AAF693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0939B-AB04-53B6-D39D-40C599998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MarkOT-CondBlack"/>
              </a:rPr>
              <a:t>Email Sends by lob </a:t>
            </a:r>
            <a:r>
              <a:rPr lang="en-US" cap="none">
                <a:latin typeface="MarkOT-CondBlack"/>
              </a:rPr>
              <a:t>vs</a:t>
            </a:r>
            <a:r>
              <a:rPr lang="en-US">
                <a:latin typeface="MarkOT-CondBlack"/>
              </a:rPr>
              <a:t> Unique Opens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93A11B-4E45-741B-B9EE-9A09D753870C}"/>
              </a:ext>
            </a:extLst>
          </p:cNvPr>
          <p:cNvSpPr txBox="1"/>
          <p:nvPr/>
        </p:nvSpPr>
        <p:spPr>
          <a:xfrm>
            <a:off x="571500" y="6283963"/>
            <a:ext cx="32781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Awareness Campaigns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C703231B-69CC-50A7-626B-D57494BCE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231004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8AA027-FF8E-E917-FB11-1AEFBC482326}"/>
              </a:ext>
            </a:extLst>
          </p:cNvPr>
          <p:cNvSpPr txBox="1"/>
          <p:nvPr/>
        </p:nvSpPr>
        <p:spPr>
          <a:xfrm>
            <a:off x="6784848" y="1305295"/>
            <a:ext cx="4411112" cy="39703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Comparison of </a:t>
            </a:r>
            <a:r>
              <a:rPr lang="en-US" sz="1400" u="sng"/>
              <a:t>where email sends are allocated vs where actual email opens </a:t>
            </a:r>
            <a:r>
              <a:rPr lang="en-US" altLang="ko-KR" sz="1400" u="sng"/>
              <a:t>are</a:t>
            </a:r>
            <a:r>
              <a:rPr lang="en-US" sz="1400" u="sng"/>
              <a:t> generated</a:t>
            </a:r>
            <a:r>
              <a:rPr lang="en-US" sz="1400"/>
              <a:t> across the lines of businesses in the email channel with the purpose of </a:t>
            </a:r>
            <a:r>
              <a:rPr lang="en-US" sz="1400" u="sng"/>
              <a:t>email opens increase</a:t>
            </a:r>
            <a:r>
              <a:rPr lang="en-US" sz="1400"/>
              <a:t>.</a:t>
            </a:r>
            <a:endParaRPr lang="en-US"/>
          </a:p>
          <a:p>
            <a:endParaRPr lang="en-US" sz="1400"/>
          </a:p>
          <a:p>
            <a:r>
              <a:rPr lang="en-US" sz="1400"/>
              <a:t>Notes: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Generally, all lines of business proportionately have similar send and open rates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Film has the most email sends and the most unique email reactions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This is followed by Brand, Other and </a:t>
            </a:r>
            <a:r>
              <a:rPr lang="en-US" sz="1400" err="1"/>
              <a:t>Cineclub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/>
              <a:t>“Other” includes:</a:t>
            </a:r>
          </a:p>
          <a:p>
            <a:pPr marL="742950" lvl="1" indent="-285750">
              <a:buFont typeface="Arial"/>
              <a:buChar char="•"/>
            </a:pPr>
            <a:r>
              <a:rPr lang="en-US" sz="1400"/>
              <a:t>Store</a:t>
            </a:r>
          </a:p>
          <a:p>
            <a:pPr marL="742950" lvl="1" indent="-285750">
              <a:buFont typeface="Arial"/>
              <a:buChar char="•"/>
            </a:pPr>
            <a:r>
              <a:rPr lang="en-US" sz="1400"/>
              <a:t>Survey</a:t>
            </a:r>
          </a:p>
          <a:p>
            <a:pPr marL="742950" lvl="1" indent="-285750">
              <a:buFont typeface="Arial"/>
              <a:buChar char="•"/>
            </a:pPr>
            <a:r>
              <a:rPr lang="en-US" sz="1400"/>
              <a:t>BM&amp;P</a:t>
            </a:r>
          </a:p>
          <a:p>
            <a:pPr marL="742950" lvl="1" indent="-285750">
              <a:buFont typeface="Arial"/>
              <a:buChar char="•"/>
            </a:pPr>
            <a:r>
              <a:rPr lang="en-US" sz="1400"/>
              <a:t>Scene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53FF45-9C23-7138-6F0D-7FBD1422FB57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</p:spTree>
    <p:extLst>
      <p:ext uri="{BB962C8B-B14F-4D97-AF65-F5344CB8AC3E}">
        <p14:creationId xmlns:p14="http://schemas.microsoft.com/office/powerpoint/2010/main" val="26962237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9FD51-DE06-8EA4-0ACB-FFD1FC889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B666B-93BD-2F1E-F74C-C00F4D884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MarkOT-CondBlack"/>
              </a:rPr>
              <a:t>Email SENDS by lob </a:t>
            </a:r>
            <a:r>
              <a:rPr lang="en-US" cap="none">
                <a:latin typeface="MarkOT-CondBlack"/>
              </a:rPr>
              <a:t>vs</a:t>
            </a:r>
            <a:r>
              <a:rPr lang="en-US">
                <a:latin typeface="MarkOT-CondBlack"/>
              </a:rPr>
              <a:t> Unique CLicks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0346A2-8B63-8C57-0180-7EF6C53AAE9A}"/>
              </a:ext>
            </a:extLst>
          </p:cNvPr>
          <p:cNvSpPr txBox="1"/>
          <p:nvPr/>
        </p:nvSpPr>
        <p:spPr>
          <a:xfrm>
            <a:off x="571500" y="6283963"/>
            <a:ext cx="32781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Consideration Campaigns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32776539-A3FA-5D50-70F9-B650A5ACB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231004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2880F0-EA49-52A0-8F29-3C5A42494E8F}"/>
              </a:ext>
            </a:extLst>
          </p:cNvPr>
          <p:cNvSpPr txBox="1"/>
          <p:nvPr/>
        </p:nvSpPr>
        <p:spPr>
          <a:xfrm>
            <a:off x="6793992" y="1311363"/>
            <a:ext cx="4383680" cy="35394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Comparison of </a:t>
            </a:r>
            <a:r>
              <a:rPr lang="en-US" sz="1400" u="sng"/>
              <a:t>where email sends are allocated vs where actual email clicks are generated</a:t>
            </a:r>
            <a:r>
              <a:rPr lang="en-US" sz="1400"/>
              <a:t> across the lines of businesses in the email channel with the purpose of </a:t>
            </a:r>
            <a:r>
              <a:rPr lang="en-US" sz="1400" u="sng"/>
              <a:t>link clicks increase</a:t>
            </a:r>
            <a:r>
              <a:rPr lang="en-US" sz="1400"/>
              <a:t>.</a:t>
            </a:r>
            <a:endParaRPr lang="en-US"/>
          </a:p>
          <a:p>
            <a:endParaRPr lang="en-US" sz="1400"/>
          </a:p>
          <a:p>
            <a:r>
              <a:rPr lang="en-US" sz="1400"/>
              <a:t>Notes: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Film has the most email sends and the most unique email reactions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Brand has relatively more proportional email clicks compared to the proportion of emails sent, making it the efficient line of business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“Other” includes:</a:t>
            </a:r>
          </a:p>
          <a:p>
            <a:pPr marL="742950" lvl="1" indent="-285750">
              <a:buFont typeface="Arial"/>
              <a:buChar char="•"/>
            </a:pPr>
            <a:r>
              <a:rPr lang="en-US" sz="1400"/>
              <a:t>Store</a:t>
            </a:r>
          </a:p>
          <a:p>
            <a:pPr marL="742950" lvl="1" indent="-285750">
              <a:buFont typeface="Arial"/>
              <a:buChar char="•"/>
            </a:pPr>
            <a:r>
              <a:rPr lang="en-US" sz="1400"/>
              <a:t>Survey</a:t>
            </a:r>
          </a:p>
          <a:p>
            <a:pPr marL="742950" lvl="1" indent="-285750">
              <a:buFont typeface="Arial"/>
              <a:buChar char="•"/>
            </a:pPr>
            <a:r>
              <a:rPr lang="en-US" sz="1400"/>
              <a:t>BM&amp;P</a:t>
            </a:r>
          </a:p>
          <a:p>
            <a:pPr marL="742950" lvl="1" indent="-285750">
              <a:buFont typeface="Arial"/>
              <a:buChar char="•"/>
            </a:pPr>
            <a:r>
              <a:rPr lang="en-US" sz="1400"/>
              <a:t>Scene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55A08F-C6BB-4CA7-EE7A-F207AC84B192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</p:spTree>
    <p:extLst>
      <p:ext uri="{BB962C8B-B14F-4D97-AF65-F5344CB8AC3E}">
        <p14:creationId xmlns:p14="http://schemas.microsoft.com/office/powerpoint/2010/main" val="29815138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63692-1461-CD1A-B1AE-1DEF90D65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Email clicks </a:t>
            </a:r>
            <a:r>
              <a:rPr lang="en-US" cap="none"/>
              <a:t>vs</a:t>
            </a:r>
            <a:r>
              <a:rPr lang="en-US"/>
              <a:t> Revenue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38489DFB-DD3B-9D57-BAC7-8597C17B4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391" y="1221860"/>
            <a:ext cx="6275917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8E8813-99AD-4677-D51F-E313CBE3E7E6}"/>
              </a:ext>
            </a:extLst>
          </p:cNvPr>
          <p:cNvSpPr txBox="1"/>
          <p:nvPr/>
        </p:nvSpPr>
        <p:spPr>
          <a:xfrm>
            <a:off x="6787156" y="1293075"/>
            <a:ext cx="4317364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Relationship between the </a:t>
            </a:r>
            <a:r>
              <a:rPr lang="en-US" sz="1400" u="sng"/>
              <a:t>number of email clicks &amp; the revenue attributable to purchases </a:t>
            </a:r>
            <a:r>
              <a:rPr lang="en-US" sz="1400"/>
              <a:t>for each week</a:t>
            </a:r>
          </a:p>
          <a:p>
            <a:endParaRPr lang="en-US" sz="1400"/>
          </a:p>
          <a:p>
            <a:r>
              <a:rPr lang="en-US" sz="1400"/>
              <a:t>Notes: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Correlation coefficient = 0.27</a:t>
            </a:r>
          </a:p>
          <a:p>
            <a:pPr marL="742950" lvl="1" indent="-285750">
              <a:buFont typeface="Arial"/>
              <a:buChar char="•"/>
            </a:pPr>
            <a:r>
              <a:rPr lang="en-US" sz="1400"/>
              <a:t>Weak positive relationship between clicks and revenue</a:t>
            </a:r>
          </a:p>
          <a:p>
            <a:pPr marL="742950" lvl="1" indent="-285750">
              <a:buFont typeface="Arial"/>
              <a:buChar char="•"/>
            </a:pPr>
            <a:r>
              <a:rPr lang="en-US" sz="1400"/>
              <a:t>More engagement does not necessarily convert into purchases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Average revenue per click = 1.3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Midpoint revenue per click = 1.1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007C43-7668-C390-BEE7-08C322843BFA}"/>
              </a:ext>
            </a:extLst>
          </p:cNvPr>
          <p:cNvSpPr txBox="1"/>
          <p:nvPr/>
        </p:nvSpPr>
        <p:spPr>
          <a:xfrm>
            <a:off x="571500" y="6283963"/>
            <a:ext cx="32781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Conversion Campaigns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15C11E-4178-1E9F-0473-411254CE0B85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</p:spTree>
    <p:extLst>
      <p:ext uri="{BB962C8B-B14F-4D97-AF65-F5344CB8AC3E}">
        <p14:creationId xmlns:p14="http://schemas.microsoft.com/office/powerpoint/2010/main" val="27134732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C1D6A-29F6-F017-A53F-02486B7D7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69D7D2C8-F3BB-1336-6660-567ED2180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228344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1F8341-A286-D98D-BDC8-C2C15752C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email customer journey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EEAD0A-59D9-4F63-9AC1-C800E76F245F}"/>
              </a:ext>
            </a:extLst>
          </p:cNvPr>
          <p:cNvSpPr txBox="1"/>
          <p:nvPr/>
        </p:nvSpPr>
        <p:spPr>
          <a:xfrm>
            <a:off x="6781800" y="1278636"/>
            <a:ext cx="4441564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Breakdown of cumulative impressions, clicks, and conversions from Programmatic campaigns. </a:t>
            </a:r>
            <a:endParaRPr lang="en-US"/>
          </a:p>
          <a:p>
            <a:endParaRPr lang="en-US" sz="1400"/>
          </a:p>
          <a:p>
            <a:pPr marL="342900" indent="-342900">
              <a:buAutoNum type="arabicPeriod"/>
            </a:pPr>
            <a:r>
              <a:rPr lang="en-US" sz="1400"/>
              <a:t>Around 1.5% of impressions turn into clicks (click-through rate)</a:t>
            </a:r>
            <a:endParaRPr lang="en-US"/>
          </a:p>
          <a:p>
            <a:pPr marL="342900" indent="-342900">
              <a:buAutoNum type="arabicPeriod"/>
            </a:pPr>
            <a:r>
              <a:rPr lang="en-US" sz="1400"/>
              <a:t>Roughly 8% of those clicks turn into conversions (conversion rate)</a:t>
            </a:r>
            <a:endParaRPr lang="en-US"/>
          </a:p>
          <a:p>
            <a:pPr marL="342900" indent="-342900">
              <a:buAutoNum type="arabicPeriod"/>
            </a:pPr>
            <a:r>
              <a:rPr lang="en-US" sz="1400"/>
              <a:t>0.1% of all impressions turn into conversions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14B112-43E6-CA80-F51A-4C185D64336F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</p:spTree>
    <p:extLst>
      <p:ext uri="{BB962C8B-B14F-4D97-AF65-F5344CB8AC3E}">
        <p14:creationId xmlns:p14="http://schemas.microsoft.com/office/powerpoint/2010/main" val="12045583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C7584-3A13-3447-7EB1-446AA38F3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4051"/>
            <a:ext cx="11438909" cy="937312"/>
          </a:xfrm>
        </p:spPr>
        <p:txBody>
          <a:bodyPr/>
          <a:lstStyle/>
          <a:p>
            <a:r>
              <a:rPr lang="en-US"/>
              <a:t>How to train your channel </a:t>
            </a:r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0943AD-BDD6-3625-001C-81468D56BAFA}"/>
              </a:ext>
            </a:extLst>
          </p:cNvPr>
          <p:cNvSpPr txBox="1"/>
          <p:nvPr/>
        </p:nvSpPr>
        <p:spPr>
          <a:xfrm>
            <a:off x="589394" y="1042587"/>
            <a:ext cx="11013211" cy="51090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/>
              <a:t>Key Takeaways: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2"/>
                </a:solidFill>
              </a:rPr>
              <a:t>SEM consistently delivers the highest ROI at both upper-funnel and lower-funnel, especially strong in Exhibition campaigns.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2"/>
                </a:solidFill>
              </a:rPr>
              <a:t>Programmatic is efficient for awareness and consideration, showing strong ROI and profit with modest spend.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2"/>
                </a:solidFill>
              </a:rPr>
              <a:t>Meta contributes in key areas like Film, but overall spend could be better aligned to performance, especially in Brand and G&amp;E.</a:t>
            </a:r>
          </a:p>
          <a:p>
            <a:endParaRPr lang="en-US" sz="160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2"/>
                </a:solidFill>
              </a:rPr>
              <a:t>TikTok shows selective efficiency, with Gaming outperforming Film for clicks; spend correlates moderately with revenue.</a:t>
            </a:r>
          </a:p>
          <a:p>
            <a:endParaRPr lang="en-US" sz="160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2"/>
                </a:solidFill>
              </a:rPr>
              <a:t>Snapchat warrants further testing to evaluate its role for mid-funnel consideration and incremental reach, especially with younger audiences.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2"/>
                </a:solidFill>
              </a:rPr>
              <a:t>Email continues to drive strong engagement, though its impact on revenue remains modest. Film brings volume, while Brand shows higher click efficiency.</a:t>
            </a:r>
            <a:endParaRPr lang="en-US"/>
          </a:p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880022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7E467-B6EC-9B57-04ED-5438F1EE4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4C499-99A2-3452-2DCE-6AC0249B0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4051"/>
            <a:ext cx="11438909" cy="937312"/>
          </a:xfrm>
        </p:spPr>
        <p:txBody>
          <a:bodyPr/>
          <a:lstStyle/>
          <a:p>
            <a:r>
              <a:rPr lang="en-US"/>
              <a:t>How to train your channel </a:t>
            </a:r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D00D4C-28C9-1908-A4BC-A8C3B54D7E59}"/>
              </a:ext>
            </a:extLst>
          </p:cNvPr>
          <p:cNvSpPr txBox="1"/>
          <p:nvPr/>
        </p:nvSpPr>
        <p:spPr>
          <a:xfrm>
            <a:off x="589394" y="1042587"/>
            <a:ext cx="11013211" cy="38472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Strategic Focus: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2"/>
                </a:solidFill>
              </a:rPr>
              <a:t>Scale SEM further, prioritizing high-impact campaigns such as Exhibition AO.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2"/>
                </a:solidFill>
              </a:rPr>
              <a:t>Maintain Programmatic for the upper funnel, prioritizing channels that convert well at lower cost.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2"/>
                </a:solidFill>
              </a:rPr>
              <a:t>Rationalize Meta spend. Focus on Film (C&amp;U) campaigns with demonstrated ROI, monitor overspend in Brand.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2"/>
                </a:solidFill>
              </a:rPr>
              <a:t>Refine TikTok strategy, test </a:t>
            </a:r>
            <a:r>
              <a:rPr lang="en-US" sz="1600" err="1">
                <a:solidFill>
                  <a:schemeClr val="tx2"/>
                </a:solidFill>
              </a:rPr>
              <a:t>Film+Brand</a:t>
            </a:r>
            <a:r>
              <a:rPr lang="en-US" sz="1600">
                <a:solidFill>
                  <a:schemeClr val="tx2"/>
                </a:solidFill>
              </a:rPr>
              <a:t> tactics further before scaling.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2"/>
                </a:solidFill>
              </a:rPr>
              <a:t>Test Snapchat further to determine its incremental reach, engagement, and cost efficiency.</a:t>
            </a:r>
          </a:p>
          <a:p>
            <a:endParaRPr lang="en-US" sz="160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2"/>
                </a:solidFill>
              </a:rPr>
              <a:t>Continue using Email to build awareness and engagement, while balancing investment with channels that convert more effectively.</a:t>
            </a:r>
            <a:endParaRPr lang="en-CA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35597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E026A-E1A9-0FD5-4C02-CBC562875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3E62B-7E87-729E-0A29-B50BA4C84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Lines of business</a:t>
            </a:r>
          </a:p>
        </p:txBody>
      </p:sp>
    </p:spTree>
    <p:extLst>
      <p:ext uri="{BB962C8B-B14F-4D97-AF65-F5344CB8AC3E}">
        <p14:creationId xmlns:p14="http://schemas.microsoft.com/office/powerpoint/2010/main" val="31570654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ED05A-D1E2-377F-DDD9-A75F594B1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268DD-3404-8293-4CD2-08FB57BD8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	lob summary</a:t>
            </a:r>
          </a:p>
        </p:txBody>
      </p:sp>
    </p:spTree>
    <p:extLst>
      <p:ext uri="{BB962C8B-B14F-4D97-AF65-F5344CB8AC3E}">
        <p14:creationId xmlns:p14="http://schemas.microsoft.com/office/powerpoint/2010/main" val="41760722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6B12E-CA56-7FD8-71AC-DF6E7376E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CA1DC-D3C9-6C39-8052-1919AAFE6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3692"/>
            <a:ext cx="11438909" cy="937312"/>
          </a:xfrm>
        </p:spPr>
        <p:txBody>
          <a:bodyPr/>
          <a:lstStyle/>
          <a:p>
            <a:pPr marL="552450"/>
            <a:r>
              <a:rPr lang="en-US">
                <a:latin typeface="MarkOT-CondBlack"/>
              </a:rPr>
              <a:t>Lob BUDGET SUMMARY FOR AWARENESS campaigns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F891C7-F3D3-4AB2-BDE9-416787A176AE}"/>
              </a:ext>
            </a:extLst>
          </p:cNvPr>
          <p:cNvSpPr txBox="1"/>
          <p:nvPr/>
        </p:nvSpPr>
        <p:spPr>
          <a:xfrm>
            <a:off x="574109" y="5939424"/>
            <a:ext cx="220249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400">
                <a:solidFill>
                  <a:srgbClr val="0857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worksheet</a:t>
            </a:r>
            <a:endParaRPr lang="en-US">
              <a:solidFill>
                <a:srgbClr val="0857C3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CCAEF90-F25E-D114-D186-4A0207E327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970023"/>
              </p:ext>
            </p:extLst>
          </p:nvPr>
        </p:nvGraphicFramePr>
        <p:xfrm>
          <a:off x="574109" y="1231004"/>
          <a:ext cx="7960291" cy="2341245"/>
        </p:xfrm>
        <a:graphic>
          <a:graphicData uri="http://schemas.openxmlformats.org/drawingml/2006/table">
            <a:tbl>
              <a:tblPr/>
              <a:tblGrid>
                <a:gridCol w="998364">
                  <a:extLst>
                    <a:ext uri="{9D8B030D-6E8A-4147-A177-3AD203B41FA5}">
                      <a16:colId xmlns:a16="http://schemas.microsoft.com/office/drawing/2014/main" val="505000134"/>
                    </a:ext>
                  </a:extLst>
                </a:gridCol>
                <a:gridCol w="998364">
                  <a:extLst>
                    <a:ext uri="{9D8B030D-6E8A-4147-A177-3AD203B41FA5}">
                      <a16:colId xmlns:a16="http://schemas.microsoft.com/office/drawing/2014/main" val="3388001108"/>
                    </a:ext>
                  </a:extLst>
                </a:gridCol>
                <a:gridCol w="1291218">
                  <a:extLst>
                    <a:ext uri="{9D8B030D-6E8A-4147-A177-3AD203B41FA5}">
                      <a16:colId xmlns:a16="http://schemas.microsoft.com/office/drawing/2014/main" val="1058618550"/>
                    </a:ext>
                  </a:extLst>
                </a:gridCol>
                <a:gridCol w="1131480">
                  <a:extLst>
                    <a:ext uri="{9D8B030D-6E8A-4147-A177-3AD203B41FA5}">
                      <a16:colId xmlns:a16="http://schemas.microsoft.com/office/drawing/2014/main" val="2652290849"/>
                    </a:ext>
                  </a:extLst>
                </a:gridCol>
                <a:gridCol w="1304529">
                  <a:extLst>
                    <a:ext uri="{9D8B030D-6E8A-4147-A177-3AD203B41FA5}">
                      <a16:colId xmlns:a16="http://schemas.microsoft.com/office/drawing/2014/main" val="3825758393"/>
                    </a:ext>
                  </a:extLst>
                </a:gridCol>
                <a:gridCol w="1064922">
                  <a:extLst>
                    <a:ext uri="{9D8B030D-6E8A-4147-A177-3AD203B41FA5}">
                      <a16:colId xmlns:a16="http://schemas.microsoft.com/office/drawing/2014/main" val="1181099438"/>
                    </a:ext>
                  </a:extLst>
                </a:gridCol>
                <a:gridCol w="1171414">
                  <a:extLst>
                    <a:ext uri="{9D8B030D-6E8A-4147-A177-3AD203B41FA5}">
                      <a16:colId xmlns:a16="http://schemas.microsoft.com/office/drawing/2014/main" val="3617922612"/>
                    </a:ext>
                  </a:extLst>
                </a:gridCol>
              </a:tblGrid>
              <a:tr h="190500">
                <a:tc rowSpan="2" gridSpan="2"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2026 Awareness Budget Input</a:t>
                      </a:r>
                    </a:p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(Based on 2024 Actual)</a:t>
                      </a:r>
                    </a:p>
                  </a:txBody>
                  <a:tcPr marL="9525" marR="9525" marT="9525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$750,000</a:t>
                      </a:r>
                    </a:p>
                  </a:txBody>
                  <a:tcPr marL="9525" marR="9525" marT="9525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2-Year Actual Past Budget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$1,507,726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9808204"/>
                  </a:ext>
                </a:extLst>
              </a:tr>
              <a:tr h="1905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Weeks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79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757104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Line of Business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Contribution to Attendance (all factors)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Contribution to Attendance (internal factors only)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Spend Proportion (trailing 2 years)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Actual Yearly Spend (trailing 2-year avg.)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Model-based 2026 Allocation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Model-based 2026 Allocation / week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9527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Brand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46.7%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64.1%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$483,085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$350,000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$6,731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3640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Cineclub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2.8%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20.7%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1.8%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$13,436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$155,556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$2,991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79574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F&amp;B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1.4%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10.4%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10.1%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$75,967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$77,778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$1,496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5027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22.2%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24.1%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6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$181,375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$166,667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$3,205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6061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13.5%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$753,863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$750,000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$14,423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4408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65F1836-410E-4AC1-C8E9-A7BED79A5E4F}"/>
              </a:ext>
            </a:extLst>
          </p:cNvPr>
          <p:cNvSpPr txBox="1"/>
          <p:nvPr/>
        </p:nvSpPr>
        <p:spPr>
          <a:xfrm>
            <a:off x="8730742" y="1135754"/>
            <a:ext cx="2708167" cy="3693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00"/>
              <a:t>Awareness campaigns account for ~13.5% of all attendance when factoring in weather, baseline sales, and other external factors.</a:t>
            </a:r>
          </a:p>
          <a:p>
            <a:endParaRPr lang="en-US" sz="1300"/>
          </a:p>
          <a:p>
            <a:r>
              <a:rPr lang="en-US" sz="1300"/>
              <a:t>Brand </a:t>
            </a:r>
          </a:p>
          <a:p>
            <a:pPr marL="285750" indent="-285750">
              <a:buFontTx/>
              <a:buChar char="-"/>
            </a:pPr>
            <a:r>
              <a:rPr lang="en-US" sz="1300"/>
              <a:t>Highest spend</a:t>
            </a:r>
          </a:p>
          <a:p>
            <a:pPr marL="285750" indent="-285750">
              <a:buFontTx/>
              <a:buChar char="-"/>
            </a:pPr>
            <a:r>
              <a:rPr lang="en-US" sz="1300"/>
              <a:t>Highest attendance contribution</a:t>
            </a:r>
          </a:p>
          <a:p>
            <a:pPr marL="285750" indent="-285750">
              <a:buFontTx/>
              <a:buChar char="-"/>
            </a:pPr>
            <a:r>
              <a:rPr lang="en-US" sz="1300"/>
              <a:t>Appropriate budget allocation.</a:t>
            </a:r>
          </a:p>
          <a:p>
            <a:endParaRPr lang="en-US" sz="1300"/>
          </a:p>
          <a:p>
            <a:r>
              <a:rPr lang="en-US" sz="1300" err="1"/>
              <a:t>Cineclub</a:t>
            </a:r>
            <a:r>
              <a:rPr lang="en-US" sz="1300"/>
              <a:t> </a:t>
            </a:r>
          </a:p>
          <a:p>
            <a:pPr marL="285750" indent="-285750">
              <a:buFontTx/>
              <a:buChar char="-"/>
            </a:pPr>
            <a:r>
              <a:rPr lang="en-US" sz="1300"/>
              <a:t>Lowest spend</a:t>
            </a:r>
          </a:p>
          <a:p>
            <a:pPr marL="285750" indent="-285750">
              <a:buFontTx/>
              <a:buChar char="-"/>
            </a:pPr>
            <a:r>
              <a:rPr lang="en-US" sz="1300"/>
              <a:t>Average contribution to attendance</a:t>
            </a:r>
          </a:p>
          <a:p>
            <a:pPr marL="285750" indent="-285750">
              <a:buFontTx/>
              <a:buChar char="-"/>
            </a:pPr>
            <a:r>
              <a:rPr lang="en-US" sz="1300"/>
              <a:t>Less-than-ideal allocation</a:t>
            </a:r>
          </a:p>
        </p:txBody>
      </p:sp>
    </p:spTree>
    <p:extLst>
      <p:ext uri="{BB962C8B-B14F-4D97-AF65-F5344CB8AC3E}">
        <p14:creationId xmlns:p14="http://schemas.microsoft.com/office/powerpoint/2010/main" val="26264964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F60D9-D9EF-D0D1-E552-FBAA1AB51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47EB9-1BB6-6A5C-D842-0AF668459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3692"/>
            <a:ext cx="11438909" cy="937312"/>
          </a:xfrm>
        </p:spPr>
        <p:txBody>
          <a:bodyPr/>
          <a:lstStyle/>
          <a:p>
            <a:pPr marL="552450"/>
            <a:r>
              <a:rPr lang="en-US">
                <a:latin typeface="MarkOT-CondBlack"/>
              </a:rPr>
              <a:t>Lob BUDGET SUMMARY FOR consideration campaigns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A4A3E6-2B7C-AE61-AF71-18204800F127}"/>
              </a:ext>
            </a:extLst>
          </p:cNvPr>
          <p:cNvSpPr txBox="1"/>
          <p:nvPr/>
        </p:nvSpPr>
        <p:spPr>
          <a:xfrm>
            <a:off x="574109" y="5939424"/>
            <a:ext cx="220249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400">
                <a:solidFill>
                  <a:srgbClr val="0857C3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worksheet</a:t>
            </a:r>
            <a:endParaRPr lang="en-US">
              <a:solidFill>
                <a:srgbClr val="0857C3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CE06DB9-B35D-B45C-C2AC-D2AA54483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063904"/>
              </p:ext>
            </p:extLst>
          </p:nvPr>
        </p:nvGraphicFramePr>
        <p:xfrm>
          <a:off x="574109" y="1231004"/>
          <a:ext cx="7909492" cy="3009900"/>
        </p:xfrm>
        <a:graphic>
          <a:graphicData uri="http://schemas.openxmlformats.org/drawingml/2006/table">
            <a:tbl>
              <a:tblPr/>
              <a:tblGrid>
                <a:gridCol w="1017499">
                  <a:extLst>
                    <a:ext uri="{9D8B030D-6E8A-4147-A177-3AD203B41FA5}">
                      <a16:colId xmlns:a16="http://schemas.microsoft.com/office/drawing/2014/main" val="2324310579"/>
                    </a:ext>
                  </a:extLst>
                </a:gridCol>
                <a:gridCol w="987864">
                  <a:extLst>
                    <a:ext uri="{9D8B030D-6E8A-4147-A177-3AD203B41FA5}">
                      <a16:colId xmlns:a16="http://schemas.microsoft.com/office/drawing/2014/main" val="2765803208"/>
                    </a:ext>
                  </a:extLst>
                </a:gridCol>
                <a:gridCol w="1277637">
                  <a:extLst>
                    <a:ext uri="{9D8B030D-6E8A-4147-A177-3AD203B41FA5}">
                      <a16:colId xmlns:a16="http://schemas.microsoft.com/office/drawing/2014/main" val="2036182597"/>
                    </a:ext>
                  </a:extLst>
                </a:gridCol>
                <a:gridCol w="1119578">
                  <a:extLst>
                    <a:ext uri="{9D8B030D-6E8A-4147-A177-3AD203B41FA5}">
                      <a16:colId xmlns:a16="http://schemas.microsoft.com/office/drawing/2014/main" val="1927088185"/>
                    </a:ext>
                  </a:extLst>
                </a:gridCol>
                <a:gridCol w="1290808">
                  <a:extLst>
                    <a:ext uri="{9D8B030D-6E8A-4147-A177-3AD203B41FA5}">
                      <a16:colId xmlns:a16="http://schemas.microsoft.com/office/drawing/2014/main" val="3298136382"/>
                    </a:ext>
                  </a:extLst>
                </a:gridCol>
                <a:gridCol w="1057013">
                  <a:extLst>
                    <a:ext uri="{9D8B030D-6E8A-4147-A177-3AD203B41FA5}">
                      <a16:colId xmlns:a16="http://schemas.microsoft.com/office/drawing/2014/main" val="2362994099"/>
                    </a:ext>
                  </a:extLst>
                </a:gridCol>
                <a:gridCol w="1159093">
                  <a:extLst>
                    <a:ext uri="{9D8B030D-6E8A-4147-A177-3AD203B41FA5}">
                      <a16:colId xmlns:a16="http://schemas.microsoft.com/office/drawing/2014/main" val="2180804957"/>
                    </a:ext>
                  </a:extLst>
                </a:gridCol>
              </a:tblGrid>
              <a:tr h="190500">
                <a:tc rowSpan="2" gridSpan="2"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2026 Consideration Budget Input</a:t>
                      </a:r>
                    </a:p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(Based on 2024 Actual)</a:t>
                      </a:r>
                    </a:p>
                  </a:txBody>
                  <a:tcPr marL="9525" marR="9525" marT="9525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$750,000</a:t>
                      </a:r>
                    </a:p>
                  </a:txBody>
                  <a:tcPr marL="9525" marR="9525" marT="9525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2-Year Actual Past Budget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$1,489,114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3787433"/>
                  </a:ext>
                </a:extLst>
              </a:tr>
              <a:tr h="1905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Weeks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23741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43478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Line of Business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Contribution to Attendance (all factors)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Contribution to Attendance (internal factors only)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Spend Proportion (trailing 2 years)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Actual Yearly Spend (trailing 2-year avg.)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Model-based 2026 Allocation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Model-based 2026 Allocation / week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990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Brand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5.8%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34.9%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36.6%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$272,422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$262,048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$5,039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97181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Enhanced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4.2%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1.9%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$14,154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$31,627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$608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94848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Exhibition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6.6%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7.3%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$54,712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$49,699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$956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77377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Film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1.5%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9.0%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3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5.7%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$42,297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$67,771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$1,303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1599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G&amp;E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1.5%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9.0%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3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21.0%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AB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$156,112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$67,771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$1,303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78754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2.4%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14.5%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8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24.4%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4A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$181,375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$108,434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$2,085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09291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Prepaid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3.6%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21.7%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9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3.2%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$23,484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$162,651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$3,128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7352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16.6%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$744,556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$750,000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$14,423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80973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183339B-7D59-E4A0-747A-FD73B02A3D6B}"/>
              </a:ext>
            </a:extLst>
          </p:cNvPr>
          <p:cNvSpPr txBox="1"/>
          <p:nvPr/>
        </p:nvSpPr>
        <p:spPr>
          <a:xfrm>
            <a:off x="8730742" y="1135754"/>
            <a:ext cx="2851658" cy="48936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00"/>
              <a:t>Consideration campaigns account for ~17% of all attendance when factoring in weather, baseline sales, and other external factors.</a:t>
            </a:r>
          </a:p>
          <a:p>
            <a:endParaRPr lang="en-US" sz="1300"/>
          </a:p>
          <a:p>
            <a:r>
              <a:rPr lang="en-US" sz="1300"/>
              <a:t>Brand </a:t>
            </a:r>
          </a:p>
          <a:p>
            <a:pPr marL="285750" indent="-285750">
              <a:buFontTx/>
              <a:buChar char="-"/>
            </a:pPr>
            <a:r>
              <a:rPr lang="en-US" sz="1300"/>
              <a:t>Highest spend</a:t>
            </a:r>
          </a:p>
          <a:p>
            <a:pPr marL="285750" indent="-285750">
              <a:buFontTx/>
              <a:buChar char="-"/>
            </a:pPr>
            <a:r>
              <a:rPr lang="en-US" sz="1300"/>
              <a:t>Highest attendance contribution</a:t>
            </a:r>
          </a:p>
          <a:p>
            <a:pPr marL="285750" indent="-285750">
              <a:buFontTx/>
              <a:buChar char="-"/>
            </a:pPr>
            <a:r>
              <a:rPr lang="en-US" sz="1300"/>
              <a:t>Appropriate budget allocation</a:t>
            </a:r>
          </a:p>
          <a:p>
            <a:pPr marL="285750" indent="-285750">
              <a:buFontTx/>
              <a:buChar char="-"/>
            </a:pPr>
            <a:endParaRPr lang="en-US" sz="1300"/>
          </a:p>
          <a:p>
            <a:r>
              <a:rPr lang="en-US" sz="1300"/>
              <a:t>Prepaid</a:t>
            </a:r>
          </a:p>
          <a:p>
            <a:pPr marL="285750" indent="-285750">
              <a:buFontTx/>
              <a:buChar char="-"/>
            </a:pPr>
            <a:r>
              <a:rPr lang="en-US" sz="1300"/>
              <a:t>Low spend</a:t>
            </a:r>
          </a:p>
          <a:p>
            <a:pPr marL="285750" indent="-285750">
              <a:buFontTx/>
              <a:buChar char="-"/>
            </a:pPr>
            <a:r>
              <a:rPr lang="en-US" sz="1300"/>
              <a:t>High attendance contribution</a:t>
            </a:r>
          </a:p>
          <a:p>
            <a:pPr marL="285750" indent="-285750">
              <a:buFontTx/>
              <a:buChar char="-"/>
            </a:pPr>
            <a:r>
              <a:rPr lang="en-US" sz="1300"/>
              <a:t>Efficient budget allocation</a:t>
            </a:r>
          </a:p>
          <a:p>
            <a:endParaRPr lang="en-US" sz="1300"/>
          </a:p>
          <a:p>
            <a:r>
              <a:rPr lang="en-US" sz="1300"/>
              <a:t>PR / G&amp;E</a:t>
            </a:r>
          </a:p>
          <a:p>
            <a:pPr marL="285750" indent="-285750">
              <a:buFontTx/>
              <a:buChar char="-"/>
            </a:pPr>
            <a:r>
              <a:rPr lang="en-US" sz="1300"/>
              <a:t>High spend</a:t>
            </a:r>
          </a:p>
          <a:p>
            <a:pPr marL="285750" indent="-285750">
              <a:buFontTx/>
              <a:buChar char="-"/>
            </a:pPr>
            <a:r>
              <a:rPr lang="en-US" sz="1300"/>
              <a:t>Relatively low attendance contribution</a:t>
            </a:r>
          </a:p>
          <a:p>
            <a:pPr marL="285750" indent="-285750">
              <a:buFontTx/>
              <a:buChar char="-"/>
            </a:pPr>
            <a:r>
              <a:rPr lang="en-US" sz="1300"/>
              <a:t>Inefficient budget allocation</a:t>
            </a:r>
          </a:p>
        </p:txBody>
      </p:sp>
    </p:spTree>
    <p:extLst>
      <p:ext uri="{BB962C8B-B14F-4D97-AF65-F5344CB8AC3E}">
        <p14:creationId xmlns:p14="http://schemas.microsoft.com/office/powerpoint/2010/main" val="23681645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7D16A-22A6-D799-7366-4F8F7F760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8FF42-5530-A59B-F41A-2E21B3A7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3692"/>
            <a:ext cx="11438909" cy="937312"/>
          </a:xfrm>
        </p:spPr>
        <p:txBody>
          <a:bodyPr/>
          <a:lstStyle/>
          <a:p>
            <a:pPr marL="552450"/>
            <a:r>
              <a:rPr lang="en-US">
                <a:latin typeface="MarkOT-CondBlack"/>
              </a:rPr>
              <a:t>Lob BUDGET SUMMARY FOR conversion campaigns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A17F40-B62C-DC8C-88B8-6F8A64DC4031}"/>
              </a:ext>
            </a:extLst>
          </p:cNvPr>
          <p:cNvSpPr txBox="1"/>
          <p:nvPr/>
        </p:nvSpPr>
        <p:spPr>
          <a:xfrm>
            <a:off x="574109" y="5939424"/>
            <a:ext cx="220249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400">
                <a:solidFill>
                  <a:srgbClr val="0857C3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worksheet</a:t>
            </a:r>
            <a:endParaRPr lang="en-US">
              <a:solidFill>
                <a:srgbClr val="0857C3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B446304-BAA7-5EA7-8FC6-2C5156CE0A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539505"/>
              </p:ext>
            </p:extLst>
          </p:nvPr>
        </p:nvGraphicFramePr>
        <p:xfrm>
          <a:off x="571500" y="1231004"/>
          <a:ext cx="7766051" cy="3232785"/>
        </p:xfrm>
        <a:graphic>
          <a:graphicData uri="http://schemas.openxmlformats.org/drawingml/2006/table">
            <a:tbl>
              <a:tblPr/>
              <a:tblGrid>
                <a:gridCol w="975635">
                  <a:extLst>
                    <a:ext uri="{9D8B030D-6E8A-4147-A177-3AD203B41FA5}">
                      <a16:colId xmlns:a16="http://schemas.microsoft.com/office/drawing/2014/main" val="2421735175"/>
                    </a:ext>
                  </a:extLst>
                </a:gridCol>
                <a:gridCol w="975635">
                  <a:extLst>
                    <a:ext uri="{9D8B030D-6E8A-4147-A177-3AD203B41FA5}">
                      <a16:colId xmlns:a16="http://schemas.microsoft.com/office/drawing/2014/main" val="1972517348"/>
                    </a:ext>
                  </a:extLst>
                </a:gridCol>
                <a:gridCol w="1261821">
                  <a:extLst>
                    <a:ext uri="{9D8B030D-6E8A-4147-A177-3AD203B41FA5}">
                      <a16:colId xmlns:a16="http://schemas.microsoft.com/office/drawing/2014/main" val="3034235972"/>
                    </a:ext>
                  </a:extLst>
                </a:gridCol>
                <a:gridCol w="1118728">
                  <a:extLst>
                    <a:ext uri="{9D8B030D-6E8A-4147-A177-3AD203B41FA5}">
                      <a16:colId xmlns:a16="http://schemas.microsoft.com/office/drawing/2014/main" val="3256207652"/>
                    </a:ext>
                  </a:extLst>
                </a:gridCol>
                <a:gridCol w="1274828">
                  <a:extLst>
                    <a:ext uri="{9D8B030D-6E8A-4147-A177-3AD203B41FA5}">
                      <a16:colId xmlns:a16="http://schemas.microsoft.com/office/drawing/2014/main" val="3972371505"/>
                    </a:ext>
                  </a:extLst>
                </a:gridCol>
                <a:gridCol w="1014660">
                  <a:extLst>
                    <a:ext uri="{9D8B030D-6E8A-4147-A177-3AD203B41FA5}">
                      <a16:colId xmlns:a16="http://schemas.microsoft.com/office/drawing/2014/main" val="3780202258"/>
                    </a:ext>
                  </a:extLst>
                </a:gridCol>
                <a:gridCol w="1144744">
                  <a:extLst>
                    <a:ext uri="{9D8B030D-6E8A-4147-A177-3AD203B41FA5}">
                      <a16:colId xmlns:a16="http://schemas.microsoft.com/office/drawing/2014/main" val="3928705348"/>
                    </a:ext>
                  </a:extLst>
                </a:gridCol>
              </a:tblGrid>
              <a:tr h="190500">
                <a:tc rowSpan="2" gridSpan="2"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2026 Conversion Budget Input</a:t>
                      </a:r>
                    </a:p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(Based on 2024 Actual)</a:t>
                      </a:r>
                    </a:p>
                  </a:txBody>
                  <a:tcPr marL="9525" marR="9525" marT="9525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$1,800,000</a:t>
                      </a:r>
                    </a:p>
                  </a:txBody>
                  <a:tcPr marL="9525" marR="9525" marT="9525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2-Year Actual Past Budget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$3,664,365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580434"/>
                  </a:ext>
                </a:extLst>
              </a:tr>
              <a:tr h="1905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Weeks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8836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258039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Line of Business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Contribution to Attendance (all factors)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Contribution to Attendance (internal factors only)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Spend Proportion (trailing 2 years)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Actual Yearly Spend (trailing 2-year avg.)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Model-based 2026 Allocation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Model-based 2026 Allocation / week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3317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Brand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1.4%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2.8%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25.4%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C89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$465,975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$51,116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$983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3643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Cineclub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4.1%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8.3%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1.9%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$34,249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$149,696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$2,879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68187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Enhanced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4.5%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9.1%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6.4%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$117,300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$164,300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$3,160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0722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Event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1.8%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3.7%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1.8%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$32,320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$65,720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$1,264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37236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Exhibition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29.0%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58.8%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11.4%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7D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$208,862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$1,058,824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$20,362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6886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Film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2.6%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5.3%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29.8%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$546,788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$94,929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$1,826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4939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Performance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3.9%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7.9%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13.4%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E3C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$245,311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$142,394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$2,738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0359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4.1%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9.9%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B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$181,375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$73,022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$1,404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2206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49.3%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$1,832,180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$1,800,000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$34,615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29491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927136A-2B64-4756-00D8-56738B026C9E}"/>
              </a:ext>
            </a:extLst>
          </p:cNvPr>
          <p:cNvSpPr txBox="1"/>
          <p:nvPr/>
        </p:nvSpPr>
        <p:spPr>
          <a:xfrm>
            <a:off x="8730742" y="1135754"/>
            <a:ext cx="2708167" cy="3693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00"/>
              <a:t>Conversion campaigns account for ~49% of all attendance when factoring in weather, baseline sales, and other external factors.</a:t>
            </a:r>
          </a:p>
          <a:p>
            <a:endParaRPr lang="en-US" sz="1300"/>
          </a:p>
          <a:p>
            <a:r>
              <a:rPr lang="en-US" sz="1300"/>
              <a:t>Exhibition</a:t>
            </a:r>
          </a:p>
          <a:p>
            <a:pPr marL="285750" indent="-285750">
              <a:buFontTx/>
              <a:buChar char="-"/>
            </a:pPr>
            <a:r>
              <a:rPr lang="en-US" sz="1300"/>
              <a:t>Moderate spend</a:t>
            </a:r>
          </a:p>
          <a:p>
            <a:pPr marL="285750" indent="-285750">
              <a:buFontTx/>
              <a:buChar char="-"/>
            </a:pPr>
            <a:r>
              <a:rPr lang="en-US" sz="1300"/>
              <a:t>Highest attendance contribution</a:t>
            </a:r>
          </a:p>
          <a:p>
            <a:pPr marL="285750" indent="-285750">
              <a:buFontTx/>
              <a:buChar char="-"/>
            </a:pPr>
            <a:r>
              <a:rPr lang="en-US" sz="1300"/>
              <a:t>Efficient budget allocation</a:t>
            </a:r>
          </a:p>
          <a:p>
            <a:endParaRPr lang="en-US" sz="1300"/>
          </a:p>
          <a:p>
            <a:r>
              <a:rPr lang="en-US" sz="1300"/>
              <a:t>Brand / Film</a:t>
            </a:r>
          </a:p>
          <a:p>
            <a:pPr marL="285750" indent="-285750">
              <a:buFontTx/>
              <a:buChar char="-"/>
            </a:pPr>
            <a:r>
              <a:rPr lang="en-US" sz="1300"/>
              <a:t>High spend</a:t>
            </a:r>
          </a:p>
          <a:p>
            <a:pPr marL="285750" indent="-285750">
              <a:buFontTx/>
              <a:buChar char="-"/>
            </a:pPr>
            <a:r>
              <a:rPr lang="en-US" sz="1300"/>
              <a:t>Low attendance contribution</a:t>
            </a:r>
          </a:p>
          <a:p>
            <a:pPr marL="285750" indent="-285750">
              <a:buFontTx/>
              <a:buChar char="-"/>
            </a:pPr>
            <a:r>
              <a:rPr lang="en-US" sz="1300"/>
              <a:t>Inefficient budget allocation</a:t>
            </a:r>
          </a:p>
        </p:txBody>
      </p:sp>
    </p:spTree>
    <p:extLst>
      <p:ext uri="{BB962C8B-B14F-4D97-AF65-F5344CB8AC3E}">
        <p14:creationId xmlns:p14="http://schemas.microsoft.com/office/powerpoint/2010/main" val="10542788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20473-AC2E-0BB7-C4D9-C97E3CCA3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B85C6-8D3A-3990-60FC-EC808D627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Flighting timeline and recommendations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78CD7-F0C4-0379-DD53-7F838285815B}"/>
              </a:ext>
            </a:extLst>
          </p:cNvPr>
          <p:cNvSpPr txBox="1"/>
          <p:nvPr/>
        </p:nvSpPr>
        <p:spPr>
          <a:xfrm>
            <a:off x="8202930" y="1171081"/>
            <a:ext cx="3473958" cy="49552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100"/>
              <a:t>Overview of </a:t>
            </a:r>
            <a:r>
              <a:rPr lang="en-US" sz="1100" u="sng"/>
              <a:t>LOB/Channel execution cycle, spend and revenue</a:t>
            </a:r>
            <a:r>
              <a:rPr lang="en-US" sz="1100"/>
              <a:t>. </a:t>
            </a:r>
          </a:p>
          <a:p>
            <a:endParaRPr lang="en-US" sz="1100"/>
          </a:p>
          <a:p>
            <a:pPr>
              <a:spcAft>
                <a:spcPts val="600"/>
              </a:spcAft>
            </a:pPr>
            <a:r>
              <a:rPr lang="en-US" sz="1100"/>
              <a:t>Recommendations: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1100"/>
              <a:t>Consistently executed LOBs such as SEM Exhibition, Meta Exhibition, Meta Brand, Meta Film generate highest revenue and customer awareness (Impressions, Clicks)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1100"/>
              <a:t>Newer consistent strategies such as Performance show strong signals with relatively higher revenue and impressions to spend amount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1100"/>
              <a:t>Programmatic display brand has relatively high revenue but hasn’t been utilized in recent years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1100"/>
              <a:t>Film snapchat &amp; SEM also were strong customer awareness drivers, but hasn’t been utilized lately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1100"/>
              <a:t>IMAX generally generates positive revenue regardless of its execution cycle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1100"/>
              <a:t>Recurring strategies such as Prepaid, G&amp;E do generate less revenue but given its relatively low spend and consistent cycle it effectively targets customer awareness (Impressions)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650C4AC-4914-2611-5EED-669074576406}"/>
              </a:ext>
            </a:extLst>
          </p:cNvPr>
          <p:cNvGrpSpPr/>
          <p:nvPr/>
        </p:nvGrpSpPr>
        <p:grpSpPr>
          <a:xfrm>
            <a:off x="562356" y="1231003"/>
            <a:ext cx="7502166" cy="4583057"/>
            <a:chOff x="571500" y="1322443"/>
            <a:chExt cx="7502166" cy="4583057"/>
          </a:xfrm>
        </p:grpSpPr>
        <p:graphicFrame>
          <p:nvGraphicFramePr>
            <p:cNvPr id="3" name="Object 2">
              <a:extLst>
                <a:ext uri="{FF2B5EF4-FFF2-40B4-BE49-F238E27FC236}">
                  <a16:creationId xmlns:a16="http://schemas.microsoft.com/office/drawing/2014/main" id="{C34B154A-CCF1-6610-87A5-6ADC48109C6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31965658"/>
                </p:ext>
              </p:extLst>
            </p:nvPr>
          </p:nvGraphicFramePr>
          <p:xfrm>
            <a:off x="5605103" y="1322443"/>
            <a:ext cx="2468563" cy="41029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3" imgW="2848096" imgH="4962559" progId="Excel.Sheet.12">
                    <p:embed/>
                  </p:oleObj>
                </mc:Choice>
                <mc:Fallback>
                  <p:oleObj name="Worksheet" r:id="rId3" imgW="2848096" imgH="4962559" progId="Excel.Sheet.12">
                    <p:embed/>
                    <p:pic>
                      <p:nvPicPr>
                        <p:cNvPr id="3" name="Object 2">
                          <a:extLst>
                            <a:ext uri="{FF2B5EF4-FFF2-40B4-BE49-F238E27FC236}">
                              <a16:creationId xmlns:a16="http://schemas.microsoft.com/office/drawing/2014/main" id="{C34B154A-CCF1-6610-87A5-6ADC48109C6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605103" y="1322443"/>
                          <a:ext cx="2468563" cy="4102997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9220" name="Picture 4">
              <a:extLst>
                <a:ext uri="{FF2B5EF4-FFF2-40B4-BE49-F238E27FC236}">
                  <a16:creationId xmlns:a16="http://schemas.microsoft.com/office/drawing/2014/main" id="{FE71F34E-06CE-87B4-2704-61095CB1E3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" y="1333500"/>
              <a:ext cx="5088467" cy="457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2096804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90297-AB5A-0202-81D9-665D82E9C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6C7E8A5F-2847-9ED0-7851-98D1092A3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176" y="1214686"/>
            <a:ext cx="6297083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D89FAF-97D8-AE2B-7EE1-E642838BE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52450"/>
            <a:r>
              <a:rPr lang="en-US">
                <a:latin typeface="MarkOT-CondBlack"/>
              </a:rPr>
              <a:t>Upper-funnel SPEND, net profit &amp; ROI BY LOB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5A5612-CDE0-FFB0-7D0F-CE501231D87E}"/>
              </a:ext>
            </a:extLst>
          </p:cNvPr>
          <p:cNvSpPr txBox="1"/>
          <p:nvPr/>
        </p:nvSpPr>
        <p:spPr>
          <a:xfrm>
            <a:off x="6911691" y="1279883"/>
            <a:ext cx="4324334" cy="31085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Summary of LOB spend vs ROI in all awareness and consideration Exhibition campaigns</a:t>
            </a:r>
          </a:p>
          <a:p>
            <a:endParaRPr lang="en-US" sz="1400"/>
          </a:p>
          <a:p>
            <a:r>
              <a:rPr lang="en-US" sz="1400"/>
              <a:t>Bubble size indicates relative net profit</a:t>
            </a:r>
          </a:p>
          <a:p>
            <a:endParaRPr lang="en-US" sz="1400"/>
          </a:p>
          <a:p>
            <a:r>
              <a:rPr lang="en-US" sz="1400"/>
              <a:t>Notes: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IMAX had one of the lowest spend but the highest ROI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Film had more spend but achieved a similar ROI to Enhanced Experiences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G&amp;E lowest ROI among upper-funnel campaigns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Exhibition and Cineclub have smallest spend and profit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B8760E-A97D-743F-55AD-0E469E9CB141}"/>
              </a:ext>
            </a:extLst>
          </p:cNvPr>
          <p:cNvSpPr txBox="1"/>
          <p:nvPr/>
        </p:nvSpPr>
        <p:spPr>
          <a:xfrm>
            <a:off x="1264132" y="1954418"/>
            <a:ext cx="1255760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>
                <a:solidFill>
                  <a:schemeClr val="tx2"/>
                </a:solidFill>
              </a:rPr>
              <a:t>IMAX ($2M)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1FCA4B-DEC7-C2AD-353E-F751F9904B0F}"/>
              </a:ext>
            </a:extLst>
          </p:cNvPr>
          <p:cNvSpPr txBox="1"/>
          <p:nvPr/>
        </p:nvSpPr>
        <p:spPr>
          <a:xfrm>
            <a:off x="1492733" y="3914450"/>
            <a:ext cx="149600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>
                <a:solidFill>
                  <a:schemeClr val="tx2"/>
                </a:solidFill>
              </a:rPr>
              <a:t>Enhanced Experiences ($1M)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FF63C0-7DF8-F43A-4A65-00DDCA7DE91E}"/>
              </a:ext>
            </a:extLst>
          </p:cNvPr>
          <p:cNvSpPr txBox="1"/>
          <p:nvPr/>
        </p:nvSpPr>
        <p:spPr>
          <a:xfrm>
            <a:off x="1077863" y="4481713"/>
            <a:ext cx="1529869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>
                <a:solidFill>
                  <a:schemeClr val="tx2"/>
                </a:solidFill>
              </a:rPr>
              <a:t>Cineclub ($0.2M)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441A46-163F-7BE5-749A-9FD07A71F438}"/>
              </a:ext>
            </a:extLst>
          </p:cNvPr>
          <p:cNvSpPr txBox="1"/>
          <p:nvPr/>
        </p:nvSpPr>
        <p:spPr>
          <a:xfrm>
            <a:off x="1052460" y="4710393"/>
            <a:ext cx="1529869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>
                <a:solidFill>
                  <a:schemeClr val="tx2"/>
                </a:solidFill>
              </a:rPr>
              <a:t>Exhibition</a:t>
            </a:r>
          </a:p>
          <a:p>
            <a:r>
              <a:rPr lang="en-US" sz="900">
                <a:solidFill>
                  <a:schemeClr val="tx2"/>
                </a:solidFill>
              </a:rPr>
              <a:t>($0.1M)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54AA80-36B6-2735-2222-263CA46CCEE3}"/>
              </a:ext>
            </a:extLst>
          </p:cNvPr>
          <p:cNvSpPr txBox="1"/>
          <p:nvPr/>
        </p:nvSpPr>
        <p:spPr>
          <a:xfrm>
            <a:off x="1480031" y="5189229"/>
            <a:ext cx="1529869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>
                <a:solidFill>
                  <a:schemeClr val="tx2"/>
                </a:solidFill>
              </a:rPr>
              <a:t>G&amp;E ($0.3M)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B62336-0C3F-8642-A63B-27C4BD774041}"/>
              </a:ext>
            </a:extLst>
          </p:cNvPr>
          <p:cNvSpPr txBox="1"/>
          <p:nvPr/>
        </p:nvSpPr>
        <p:spPr>
          <a:xfrm>
            <a:off x="1887171" y="4916789"/>
            <a:ext cx="1529869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>
                <a:solidFill>
                  <a:schemeClr val="tx2"/>
                </a:solidFill>
              </a:rPr>
              <a:t>Prepaid ($0.9M)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78BE6C-8FB0-EC96-88E3-06FCBCB12EC5}"/>
              </a:ext>
            </a:extLst>
          </p:cNvPr>
          <p:cNvSpPr txBox="1"/>
          <p:nvPr/>
        </p:nvSpPr>
        <p:spPr>
          <a:xfrm>
            <a:off x="3339205" y="4281683"/>
            <a:ext cx="1529869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>
                <a:solidFill>
                  <a:schemeClr val="tx2"/>
                </a:solidFill>
              </a:rPr>
              <a:t>Film ($6M)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2467EE-DF65-7B4F-F65C-8F3BBE5ECC28}"/>
              </a:ext>
            </a:extLst>
          </p:cNvPr>
          <p:cNvSpPr txBox="1"/>
          <p:nvPr/>
        </p:nvSpPr>
        <p:spPr>
          <a:xfrm>
            <a:off x="4971451" y="4370530"/>
            <a:ext cx="1529869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900">
                <a:solidFill>
                  <a:schemeClr val="tx2"/>
                </a:solidFill>
              </a:rPr>
              <a:t>Brand ($7M)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409E69-EEB9-5727-1392-F4A4157C2F5F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</p:spTree>
    <p:extLst>
      <p:ext uri="{BB962C8B-B14F-4D97-AF65-F5344CB8AC3E}">
        <p14:creationId xmlns:p14="http://schemas.microsoft.com/office/powerpoint/2010/main" val="33364768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2196B-F8AC-5712-12AC-811AD1A51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A4EF7-6B8F-E1C9-4A8B-7220FDAB5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52450"/>
            <a:r>
              <a:rPr lang="en-US">
                <a:latin typeface="MarkOT-CondBlack"/>
              </a:rPr>
              <a:t>Lower-funnel SPEND, net profit &amp; ROI BY LOB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32F094-9B08-7B97-573C-C9F244AFCCF4}"/>
              </a:ext>
            </a:extLst>
          </p:cNvPr>
          <p:cNvSpPr txBox="1"/>
          <p:nvPr/>
        </p:nvSpPr>
        <p:spPr>
          <a:xfrm>
            <a:off x="6916134" y="1284511"/>
            <a:ext cx="4324334" cy="41857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Summary of LOB spend vs ROI in all conversion Exhibition campaigns</a:t>
            </a:r>
          </a:p>
          <a:p>
            <a:endParaRPr lang="en-US" sz="1400"/>
          </a:p>
          <a:p>
            <a:r>
              <a:rPr lang="en-US" sz="1400"/>
              <a:t>Bubble size indicates relative net profit</a:t>
            </a:r>
          </a:p>
          <a:p>
            <a:endParaRPr lang="en-US" sz="1400"/>
          </a:p>
          <a:p>
            <a:r>
              <a:rPr lang="en-US" sz="1400"/>
              <a:t>Notes: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Exhibition has the highest ROI and highest net profit along with lower spend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Campaigns included in Exhibition: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/>
              <a:t>Tuesday Promo (006_CP2TNZ3)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/>
              <a:t>Brand and VIP Always On (001_CP2K790)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/>
              <a:t>Masterbrand Relaunch (Loyalty and Competitive)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Film and brand have relatively lower ROI compared to allocated spend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Enhanced Experiences, IMAX and Cineclub have smallest impact in terms of allocated spend and profit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815F4D4-9603-CEA7-B482-F78E86A954C7}"/>
              </a:ext>
            </a:extLst>
          </p:cNvPr>
          <p:cNvGrpSpPr/>
          <p:nvPr/>
        </p:nvGrpSpPr>
        <p:grpSpPr>
          <a:xfrm>
            <a:off x="581992" y="1231004"/>
            <a:ext cx="6291791" cy="4572000"/>
            <a:chOff x="581992" y="1231004"/>
            <a:chExt cx="6291791" cy="4572000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B04839EF-3FA1-4846-78C3-D44D33117C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992" y="1231004"/>
              <a:ext cx="6291791" cy="457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8AE1AC7-949D-86FC-34FB-E8F0C8756025}"/>
                </a:ext>
              </a:extLst>
            </p:cNvPr>
            <p:cNvSpPr txBox="1"/>
            <p:nvPr/>
          </p:nvSpPr>
          <p:spPr>
            <a:xfrm>
              <a:off x="2685926" y="1945951"/>
              <a:ext cx="1255760" cy="2308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900">
                  <a:solidFill>
                    <a:schemeClr val="tx2"/>
                  </a:solidFill>
                </a:rPr>
                <a:t>Exhibition ($57M)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C001BDA-30A4-489F-6FA8-DC4162FE1D1B}"/>
                </a:ext>
              </a:extLst>
            </p:cNvPr>
            <p:cNvSpPr txBox="1"/>
            <p:nvPr/>
          </p:nvSpPr>
          <p:spPr>
            <a:xfrm>
              <a:off x="1360441" y="4479605"/>
              <a:ext cx="1528179" cy="3693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900">
                  <a:solidFill>
                    <a:schemeClr val="tx2"/>
                  </a:solidFill>
                </a:rPr>
                <a:t>Enhanced Experiences ($3M)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91CA094-844B-1979-06BE-BDAA517934B5}"/>
                </a:ext>
              </a:extLst>
            </p:cNvPr>
            <p:cNvSpPr txBox="1"/>
            <p:nvPr/>
          </p:nvSpPr>
          <p:spPr>
            <a:xfrm>
              <a:off x="1733681" y="4951733"/>
              <a:ext cx="1023892" cy="2308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900">
                  <a:solidFill>
                    <a:schemeClr val="tx2"/>
                  </a:solidFill>
                </a:rPr>
                <a:t>IMAX ($3M)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DEB1DDB-5942-8523-DE53-307977FB23AF}"/>
                </a:ext>
              </a:extLst>
            </p:cNvPr>
            <p:cNvSpPr txBox="1"/>
            <p:nvPr/>
          </p:nvSpPr>
          <p:spPr>
            <a:xfrm>
              <a:off x="1892430" y="5188915"/>
              <a:ext cx="1060320" cy="2308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900">
                  <a:solidFill>
                    <a:schemeClr val="tx2"/>
                  </a:solidFill>
                </a:rPr>
                <a:t>Cineclub ($2M)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3F01C75-C672-3A58-9D37-55EEBEEC18A5}"/>
                </a:ext>
              </a:extLst>
            </p:cNvPr>
            <p:cNvSpPr txBox="1"/>
            <p:nvPr/>
          </p:nvSpPr>
          <p:spPr>
            <a:xfrm>
              <a:off x="3047117" y="4723018"/>
              <a:ext cx="1448683" cy="2308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900">
                  <a:solidFill>
                    <a:schemeClr val="tx2"/>
                  </a:solidFill>
                </a:rPr>
                <a:t>Performance ($14M)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CA767D9-EDBB-7AF7-948E-4926C1916033}"/>
                </a:ext>
              </a:extLst>
            </p:cNvPr>
            <p:cNvSpPr txBox="1"/>
            <p:nvPr/>
          </p:nvSpPr>
          <p:spPr>
            <a:xfrm>
              <a:off x="3739527" y="4954142"/>
              <a:ext cx="1023892" cy="2308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r"/>
              <a:r>
                <a:rPr lang="en-US" sz="900">
                  <a:solidFill>
                    <a:schemeClr val="tx2"/>
                  </a:solidFill>
                </a:rPr>
                <a:t>Brand ($18M)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7D7653E-D37D-8BA4-26EB-E85FA8EFC9DE}"/>
                </a:ext>
              </a:extLst>
            </p:cNvPr>
            <p:cNvSpPr txBox="1"/>
            <p:nvPr/>
          </p:nvSpPr>
          <p:spPr>
            <a:xfrm>
              <a:off x="5251646" y="4503970"/>
              <a:ext cx="1023892" cy="2308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900">
                  <a:solidFill>
                    <a:schemeClr val="tx2"/>
                  </a:solidFill>
                </a:rPr>
                <a:t>Film ($30M)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D51B433-6CA1-7E16-9691-CAC37A453066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</p:spTree>
    <p:extLst>
      <p:ext uri="{BB962C8B-B14F-4D97-AF65-F5344CB8AC3E}">
        <p14:creationId xmlns:p14="http://schemas.microsoft.com/office/powerpoint/2010/main" val="36674654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9043-4B4E-009F-5888-FFB015D53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cineclub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5622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7F781-F7EE-A057-B56C-D7656E95D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52CC24DB-5E3D-DE8C-2CF4-E7A3F748A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225684"/>
            <a:ext cx="5948891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19B7E0-0994-D2B5-39D1-458259F61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Cineclub Spend vs signups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A1B555-07D7-2DC8-94BF-F8AD0C547D3C}"/>
              </a:ext>
            </a:extLst>
          </p:cNvPr>
          <p:cNvSpPr txBox="1"/>
          <p:nvPr/>
        </p:nvSpPr>
        <p:spPr>
          <a:xfrm>
            <a:off x="7010401" y="1315671"/>
            <a:ext cx="4572000" cy="33239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Relationship between </a:t>
            </a:r>
            <a:r>
              <a:rPr lang="en-US" sz="1400" u="sng"/>
              <a:t>Cineclub spend and signup conversions for SEM, Programmatic, Meta</a:t>
            </a:r>
            <a:r>
              <a:rPr lang="en-US" sz="1400"/>
              <a:t>. This view not only shows the proportionate relationship between each channel spend and signup but also displays the aggregate relationship.</a:t>
            </a:r>
          </a:p>
          <a:p>
            <a:endParaRPr lang="en-US" sz="1400"/>
          </a:p>
          <a:p>
            <a:r>
              <a:rPr lang="en-US" sz="1400"/>
              <a:t>Notes: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Correlation coefficient = 0.47, meaning there is moderate positive correlation between total Cineclub spend and signups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Spend occurs after a spike in signups in Q4 2024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ROI decreases after initial spend in the first week of December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56C533-890E-D76B-8772-C924F5966D03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</p:spTree>
    <p:extLst>
      <p:ext uri="{BB962C8B-B14F-4D97-AF65-F5344CB8AC3E}">
        <p14:creationId xmlns:p14="http://schemas.microsoft.com/office/powerpoint/2010/main" val="258983730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489ED-94A8-191D-7AF4-31E9DD227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C4350728-7758-B4C8-0868-1D195B5AA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231004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804BE2-BBDD-6A0E-5097-C3C43346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Cineclub Spend vs signups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9EA6FF-7160-EFE6-F108-C6C1EF393EE9}"/>
              </a:ext>
            </a:extLst>
          </p:cNvPr>
          <p:cNvSpPr txBox="1"/>
          <p:nvPr/>
        </p:nvSpPr>
        <p:spPr>
          <a:xfrm>
            <a:off x="6766560" y="1326254"/>
            <a:ext cx="4803136" cy="33239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This chart displays how Cineclub marketing spend relates to new sign-ups over the weeks following that spend. </a:t>
            </a:r>
          </a:p>
          <a:p>
            <a:endParaRPr lang="en-US" sz="1400"/>
          </a:p>
          <a:p>
            <a:r>
              <a:rPr lang="en-US" sz="1400"/>
              <a:t>Notes: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Immediate impact has strongest effect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The effect of weekly spend decays slowly and remains until roughly 3 weeks post the spend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After 4 weeks the carry-over effect dies out significantly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Transition to negative correlation occurs around week 5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Negative correlation indicates the relationship is effectively insignificant, meaning no insight can be drawn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086CC5-A236-0EA9-2F51-03982F1F7794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</p:spTree>
    <p:extLst>
      <p:ext uri="{BB962C8B-B14F-4D97-AF65-F5344CB8AC3E}">
        <p14:creationId xmlns:p14="http://schemas.microsoft.com/office/powerpoint/2010/main" val="261059692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5A33B-FB09-6E3D-4DC2-9DCEE796E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604CD-2F31-39A1-C048-4F40A52F8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Cineclub signups vs attendance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B1CDC14-DB20-0466-0821-A7B0AE297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1" y="1231004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516B14-C862-1574-C2D9-0664B5805661}"/>
              </a:ext>
            </a:extLst>
          </p:cNvPr>
          <p:cNvSpPr txBox="1"/>
          <p:nvPr/>
        </p:nvSpPr>
        <p:spPr>
          <a:xfrm>
            <a:off x="6748272" y="1326254"/>
            <a:ext cx="4812280" cy="37548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This chart displays how Cineclub sign-ups correlates with actual attendance over the weeks following that spend. </a:t>
            </a:r>
          </a:p>
          <a:p>
            <a:endParaRPr lang="en-US" sz="1400"/>
          </a:p>
          <a:p>
            <a:r>
              <a:rPr lang="en-US" sz="1400"/>
              <a:t>Notes: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Immediate impact has strongest effect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The effect of weekly spend decays quickly and remains until roughly 1 week post the spend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After 1 week the carry-over effect dies out significantly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Transition to negative correlation occurs around week 5 </a:t>
            </a:r>
          </a:p>
          <a:p>
            <a:pPr marL="742950" lvl="1" indent="-285750">
              <a:buFont typeface="Arial"/>
              <a:buChar char="•"/>
            </a:pPr>
            <a:r>
              <a:rPr lang="en-US" sz="1400"/>
              <a:t>This aligns with correlation between spend &amp; sign-ups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Negative correlation indicates the relationship is effectively insignificant, meaning no insight can be drawn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77C8B8-5DF4-366B-9609-85ABF3BFF074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</p:spTree>
    <p:extLst>
      <p:ext uri="{BB962C8B-B14F-4D97-AF65-F5344CB8AC3E}">
        <p14:creationId xmlns:p14="http://schemas.microsoft.com/office/powerpoint/2010/main" val="313779422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D410F5-11CB-2843-0F50-AAC5616C8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345" y="1231004"/>
            <a:ext cx="6308725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8515F7-CF15-20A2-D8F7-4261FAD53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52450"/>
            <a:r>
              <a:rPr lang="en-US" err="1">
                <a:latin typeface="MarkOT-CondBlack"/>
              </a:rPr>
              <a:t>cineclub</a:t>
            </a:r>
            <a:r>
              <a:rPr lang="en-US">
                <a:latin typeface="MarkOT-CondBlack"/>
              </a:rPr>
              <a:t> SPEND, REVENUE &amp; ROI BY channel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5857F0-F7B7-7562-C337-DDC27CE5B0CB}"/>
              </a:ext>
            </a:extLst>
          </p:cNvPr>
          <p:cNvSpPr txBox="1"/>
          <p:nvPr/>
        </p:nvSpPr>
        <p:spPr>
          <a:xfrm>
            <a:off x="2276917" y="1972208"/>
            <a:ext cx="2086739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>
                <a:solidFill>
                  <a:schemeClr val="tx2"/>
                </a:solidFill>
              </a:rPr>
              <a:t>Programmatic Display ($630K)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90533E-1381-D8E0-F37F-1976C6CA9099}"/>
              </a:ext>
            </a:extLst>
          </p:cNvPr>
          <p:cNvSpPr txBox="1"/>
          <p:nvPr/>
        </p:nvSpPr>
        <p:spPr>
          <a:xfrm>
            <a:off x="3881939" y="3951265"/>
            <a:ext cx="2086739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>
                <a:solidFill>
                  <a:schemeClr val="tx2"/>
                </a:solidFill>
              </a:rPr>
              <a:t>SEM ($610K)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147B70-5542-EE65-E56A-04DB4B21488D}"/>
              </a:ext>
            </a:extLst>
          </p:cNvPr>
          <p:cNvSpPr txBox="1"/>
          <p:nvPr/>
        </p:nvSpPr>
        <p:spPr>
          <a:xfrm>
            <a:off x="3507687" y="4487461"/>
            <a:ext cx="2086739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900">
                <a:solidFill>
                  <a:schemeClr val="tx2"/>
                </a:solidFill>
              </a:rPr>
              <a:t>Meta ($680K)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A501CF-34E5-887D-1D2F-5003E8E4240F}"/>
              </a:ext>
            </a:extLst>
          </p:cNvPr>
          <p:cNvSpPr txBox="1"/>
          <p:nvPr/>
        </p:nvSpPr>
        <p:spPr>
          <a:xfrm>
            <a:off x="1860224" y="5090473"/>
            <a:ext cx="2086739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>
                <a:solidFill>
                  <a:schemeClr val="tx2"/>
                </a:solidFill>
              </a:rPr>
              <a:t>Programmatic Video ($25K)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FC00DA-4468-BBD1-DD8C-6011F6A8A0BC}"/>
              </a:ext>
            </a:extLst>
          </p:cNvPr>
          <p:cNvSpPr txBox="1"/>
          <p:nvPr/>
        </p:nvSpPr>
        <p:spPr>
          <a:xfrm>
            <a:off x="7010400" y="1306068"/>
            <a:ext cx="4324334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Summary of LOB spend vs ROI in all Cineclub campaigns</a:t>
            </a:r>
          </a:p>
          <a:p>
            <a:endParaRPr lang="en-US" sz="1400"/>
          </a:p>
          <a:p>
            <a:r>
              <a:rPr lang="en-US" sz="1400"/>
              <a:t>Bubble size indicates relative net profit</a:t>
            </a:r>
          </a:p>
          <a:p>
            <a:endParaRPr lang="en-US" sz="1400"/>
          </a:p>
          <a:p>
            <a:r>
              <a:rPr lang="en-US" sz="1400"/>
              <a:t>Notes: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Programmatic Display had a low spend but the highest ROI at around 24, indicating high efficiency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Programmatic Video had lowest ROI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Meta had highest spend but only an ROI of around 6, the second-lowest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4D3A8A-868C-9088-F238-509794BB6663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</p:spTree>
    <p:extLst>
      <p:ext uri="{BB962C8B-B14F-4D97-AF65-F5344CB8AC3E}">
        <p14:creationId xmlns:p14="http://schemas.microsoft.com/office/powerpoint/2010/main" val="410355807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029A4-AF8C-7A63-B423-0AD82624C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DB5E5-CC2F-A089-443F-77EAD346D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IMAX</a:t>
            </a:r>
          </a:p>
        </p:txBody>
      </p:sp>
    </p:spTree>
    <p:extLst>
      <p:ext uri="{BB962C8B-B14F-4D97-AF65-F5344CB8AC3E}">
        <p14:creationId xmlns:p14="http://schemas.microsoft.com/office/powerpoint/2010/main" val="8657007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CC6F7-0638-9ABF-FFB8-601FCBFAA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>
            <a:extLst>
              <a:ext uri="{FF2B5EF4-FFF2-40B4-BE49-F238E27FC236}">
                <a16:creationId xmlns:a16="http://schemas.microsoft.com/office/drawing/2014/main" id="{35900BB5-64BC-22E1-ED21-9F7F28C00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657" y="1221860"/>
            <a:ext cx="6360583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3EF6007-1A52-5D07-B66B-4C581A77D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3692"/>
            <a:ext cx="11438909" cy="937312"/>
          </a:xfrm>
        </p:spPr>
        <p:txBody>
          <a:bodyPr/>
          <a:lstStyle/>
          <a:p>
            <a:pPr marL="552450"/>
            <a:r>
              <a:rPr lang="en-US">
                <a:latin typeface="MarkOT-CondBlack"/>
              </a:rPr>
              <a:t>Weekly Imax spend </a:t>
            </a:r>
            <a:r>
              <a:rPr lang="en-US" cap="none">
                <a:latin typeface="MarkOT-CondBlack"/>
              </a:rPr>
              <a:t>vs</a:t>
            </a:r>
            <a:r>
              <a:rPr lang="en-US">
                <a:latin typeface="MarkOT-CondBlack"/>
              </a:rPr>
              <a:t> Revenue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10710B-294F-A4AC-DF23-6CED67ABB60C}"/>
              </a:ext>
            </a:extLst>
          </p:cNvPr>
          <p:cNvSpPr txBox="1"/>
          <p:nvPr/>
        </p:nvSpPr>
        <p:spPr>
          <a:xfrm>
            <a:off x="7010400" y="1287780"/>
            <a:ext cx="4572000" cy="16004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Relationship between </a:t>
            </a:r>
            <a:r>
              <a:rPr lang="en-US" sz="1400" u="sng"/>
              <a:t>IMAX spend and revenue for SEM, Programmatic, Meta</a:t>
            </a:r>
            <a:r>
              <a:rPr lang="en-US" sz="1400"/>
              <a:t>.</a:t>
            </a:r>
          </a:p>
          <a:p>
            <a:endParaRPr lang="en-US" sz="1400"/>
          </a:p>
          <a:p>
            <a:r>
              <a:rPr lang="en-US" sz="1400"/>
              <a:t>Notes: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Correlation coefficient = 0.76, meaning there is strong positive relationship between IMAX spend and generated revenue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D38661-566D-9D88-8F03-22A0781BA929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</p:spTree>
    <p:extLst>
      <p:ext uri="{BB962C8B-B14F-4D97-AF65-F5344CB8AC3E}">
        <p14:creationId xmlns:p14="http://schemas.microsoft.com/office/powerpoint/2010/main" val="151533530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>
            <a:extLst>
              <a:ext uri="{FF2B5EF4-FFF2-40B4-BE49-F238E27FC236}">
                <a16:creationId xmlns:a16="http://schemas.microsoft.com/office/drawing/2014/main" id="{FEF4FC8E-2658-BF6C-BA90-E84A09509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696" y="1231004"/>
            <a:ext cx="6360583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E79A05-73B6-45EC-B2C9-542187CC9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Weekly Imax spend </a:t>
            </a:r>
            <a:r>
              <a:rPr lang="en-US" cap="none"/>
              <a:t>vs</a:t>
            </a:r>
            <a:r>
              <a:rPr lang="en-US"/>
              <a:t> attendance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6A0A05-2ABB-50D9-6564-1B3EFB5396E1}"/>
              </a:ext>
            </a:extLst>
          </p:cNvPr>
          <p:cNvSpPr txBox="1"/>
          <p:nvPr/>
        </p:nvSpPr>
        <p:spPr>
          <a:xfrm>
            <a:off x="7010401" y="1288239"/>
            <a:ext cx="4572000" cy="16004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Relationship between </a:t>
            </a:r>
            <a:r>
              <a:rPr lang="en-US" sz="1400" u="sng"/>
              <a:t>IMAX spend and attendance for SEM, Programmatic, Meta</a:t>
            </a:r>
            <a:r>
              <a:rPr lang="en-US" sz="1400"/>
              <a:t>.</a:t>
            </a:r>
          </a:p>
          <a:p>
            <a:endParaRPr lang="en-US" sz="1400"/>
          </a:p>
          <a:p>
            <a:r>
              <a:rPr lang="en-US" sz="1400"/>
              <a:t>Notes: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Correlation coefficient = 0.25, meaning there is weak positive relationship between IMAX spend and attendance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E793F4-ABBD-6699-5120-5FEE498C288C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</p:spTree>
    <p:extLst>
      <p:ext uri="{BB962C8B-B14F-4D97-AF65-F5344CB8AC3E}">
        <p14:creationId xmlns:p14="http://schemas.microsoft.com/office/powerpoint/2010/main" val="34965163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23E3-311D-4EC9-D929-CA0944817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BD072259-6496-2641-FAB1-6BC15D5FF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433" y="1231004"/>
            <a:ext cx="6308725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168F4A-3CE8-7AAF-9CFC-B5E4C0130209}"/>
              </a:ext>
            </a:extLst>
          </p:cNvPr>
          <p:cNvSpPr txBox="1"/>
          <p:nvPr/>
        </p:nvSpPr>
        <p:spPr>
          <a:xfrm>
            <a:off x="3799945" y="1965858"/>
            <a:ext cx="2086739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>
                <a:solidFill>
                  <a:schemeClr val="tx2"/>
                </a:solidFill>
              </a:rPr>
              <a:t>Programmatic Display ($3M)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AA391F-F1D2-5367-DF69-1E416B660A46}"/>
              </a:ext>
            </a:extLst>
          </p:cNvPr>
          <p:cNvSpPr txBox="1"/>
          <p:nvPr/>
        </p:nvSpPr>
        <p:spPr>
          <a:xfrm>
            <a:off x="3543815" y="2937894"/>
            <a:ext cx="2086739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900">
                <a:solidFill>
                  <a:schemeClr val="tx2"/>
                </a:solidFill>
              </a:rPr>
              <a:t>SEM ($4M)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81F441-F04B-112C-A0AB-00CA54B743D3}"/>
              </a:ext>
            </a:extLst>
          </p:cNvPr>
          <p:cNvSpPr txBox="1"/>
          <p:nvPr/>
        </p:nvSpPr>
        <p:spPr>
          <a:xfrm>
            <a:off x="1753115" y="2487044"/>
            <a:ext cx="2086739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>
                <a:solidFill>
                  <a:schemeClr val="tx2"/>
                </a:solidFill>
              </a:rPr>
              <a:t>Meta ($0.8M)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B8C966-B26F-0F7A-F88A-994E3996FABE}"/>
              </a:ext>
            </a:extLst>
          </p:cNvPr>
          <p:cNvSpPr txBox="1"/>
          <p:nvPr/>
        </p:nvSpPr>
        <p:spPr>
          <a:xfrm>
            <a:off x="3239015" y="4715894"/>
            <a:ext cx="2086739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>
                <a:solidFill>
                  <a:schemeClr val="tx2"/>
                </a:solidFill>
              </a:rPr>
              <a:t>Programmatic Video ($0.5M)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736B7F-C25C-D140-B470-351831F1AAAA}"/>
              </a:ext>
            </a:extLst>
          </p:cNvPr>
          <p:cNvSpPr txBox="1"/>
          <p:nvPr/>
        </p:nvSpPr>
        <p:spPr>
          <a:xfrm>
            <a:off x="7032279" y="1278694"/>
            <a:ext cx="4324334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Summary of LOB spend vs ROI in all IMAX and Enhanced Experiences campaigns</a:t>
            </a:r>
          </a:p>
          <a:p>
            <a:endParaRPr lang="en-US" sz="1400"/>
          </a:p>
          <a:p>
            <a:r>
              <a:rPr lang="en-US" sz="1400"/>
              <a:t>Bubble size indicates relative net profit</a:t>
            </a:r>
          </a:p>
          <a:p>
            <a:endParaRPr lang="en-US" sz="1400"/>
          </a:p>
          <a:p>
            <a:r>
              <a:rPr lang="en-US" sz="1400"/>
              <a:t>Notes: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Programmatic Video with average spend but lowest ROI by a significant margin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Meta with the lowest spend but second-highest ROI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Programmatic Display had average spend and highest ROI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7ECDCE2E-35ED-759E-E620-74CAD5B79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MarkOT-CondBlack"/>
              </a:rPr>
              <a:t>Imax SPEND, REVENUE &amp; ROI BY channel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90C8D0-C50E-C566-E06A-270547601039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</p:spTree>
    <p:extLst>
      <p:ext uri="{BB962C8B-B14F-4D97-AF65-F5344CB8AC3E}">
        <p14:creationId xmlns:p14="http://schemas.microsoft.com/office/powerpoint/2010/main" val="396692658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A9C4D-100F-D9A6-E2CB-9EAF240A3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DE497-B586-C590-529E-28ACD6645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Performance</a:t>
            </a:r>
          </a:p>
        </p:txBody>
      </p:sp>
    </p:spTree>
    <p:extLst>
      <p:ext uri="{BB962C8B-B14F-4D97-AF65-F5344CB8AC3E}">
        <p14:creationId xmlns:p14="http://schemas.microsoft.com/office/powerpoint/2010/main" val="20456296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8163E-2FC0-745A-D4A7-4C3862BCD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Performance spend by channel </a:t>
            </a:r>
            <a:r>
              <a:rPr lang="en-US" cap="none"/>
              <a:t>vs</a:t>
            </a:r>
            <a:r>
              <a:rPr lang="en-US"/>
              <a:t> revenue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65513F-3DDB-B6CC-3211-CCA997695044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2DF652-74C7-4552-2F5D-AA8E81F171B2}"/>
              </a:ext>
            </a:extLst>
          </p:cNvPr>
          <p:cNvSpPr txBox="1"/>
          <p:nvPr/>
        </p:nvSpPr>
        <p:spPr>
          <a:xfrm>
            <a:off x="6784848" y="1305295"/>
            <a:ext cx="4411112" cy="31085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Comparison of </a:t>
            </a:r>
            <a:r>
              <a:rPr lang="en-US" sz="1400" u="sng"/>
              <a:t>where budget is allocated vs where revenue is generated</a:t>
            </a:r>
            <a:r>
              <a:rPr lang="en-US" sz="1400"/>
              <a:t> across the lines of businesses in the performance LOB with the purpose of </a:t>
            </a:r>
            <a:r>
              <a:rPr lang="en-US" sz="1400" u="sng"/>
              <a:t>attendance conversion/revenue generation</a:t>
            </a:r>
            <a:r>
              <a:rPr lang="en-US" sz="1400"/>
              <a:t>.</a:t>
            </a:r>
            <a:endParaRPr lang="en-US"/>
          </a:p>
          <a:p>
            <a:endParaRPr lang="en-US" sz="1400"/>
          </a:p>
          <a:p>
            <a:r>
              <a:rPr lang="en-US" sz="1400"/>
              <a:t>Notes: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Programmatic / Snapchat return higher proportions of revenue relative to the ratio of budget allocated making them more efficient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Meta on the other hand returns a smaller proportion of revenue compared to the budget allocated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C18F1AF-A048-BD93-043D-CE8237A77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407" y="1219200"/>
            <a:ext cx="6104467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579611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D7776-62A7-575C-F3F0-AA3772EF0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9777FF9-675F-9994-902C-94A747E85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644" y="1226516"/>
            <a:ext cx="6416675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75A3F4-0C9C-127D-7269-2C7BFF7BF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Weekly performance spend </a:t>
            </a:r>
            <a:r>
              <a:rPr lang="en-US" cap="none"/>
              <a:t>vs</a:t>
            </a:r>
            <a:r>
              <a:rPr lang="en-US"/>
              <a:t> revenue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F2AC74-CA6A-E0BB-0556-78FF57AD97E1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EC5CBB-245C-E518-E4B7-43F710E41962}"/>
              </a:ext>
            </a:extLst>
          </p:cNvPr>
          <p:cNvSpPr txBox="1"/>
          <p:nvPr/>
        </p:nvSpPr>
        <p:spPr>
          <a:xfrm>
            <a:off x="7010400" y="1287780"/>
            <a:ext cx="4572000" cy="2246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Relationship between </a:t>
            </a:r>
            <a:r>
              <a:rPr lang="en-US" sz="1400" u="sng"/>
              <a:t>Performance spend and revenue for Meta, Programmatic, Snapchat</a:t>
            </a:r>
            <a:r>
              <a:rPr lang="en-US" sz="1400"/>
              <a:t>.</a:t>
            </a:r>
          </a:p>
          <a:p>
            <a:endParaRPr lang="en-US" sz="1400"/>
          </a:p>
          <a:p>
            <a:r>
              <a:rPr lang="en-US" sz="1400"/>
              <a:t>Notes: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Correlation coefficient = 0.56, meaning there is moderate positive relationship between Performance spend and generated revenue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Not all spikes align between the line and bar graphs meaning the overall revenue may be impacted heavily by external factors</a:t>
            </a:r>
          </a:p>
        </p:txBody>
      </p:sp>
    </p:spTree>
    <p:extLst>
      <p:ext uri="{BB962C8B-B14F-4D97-AF65-F5344CB8AC3E}">
        <p14:creationId xmlns:p14="http://schemas.microsoft.com/office/powerpoint/2010/main" val="390053217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8B449-28CB-2DAD-0800-FCC9DBFBF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Weekly performance spend </a:t>
            </a:r>
            <a:r>
              <a:rPr lang="en-US" cap="none"/>
              <a:t>vs</a:t>
            </a:r>
            <a:r>
              <a:rPr lang="en-US"/>
              <a:t> attendance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B6F68B4-B354-F228-B55D-ED27BF663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885" y="1231004"/>
            <a:ext cx="6535209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4681EE-61DE-061A-3964-C60832579FF6}"/>
              </a:ext>
            </a:extLst>
          </p:cNvPr>
          <p:cNvSpPr txBox="1"/>
          <p:nvPr/>
        </p:nvSpPr>
        <p:spPr>
          <a:xfrm>
            <a:off x="7010400" y="1287780"/>
            <a:ext cx="4572000" cy="2246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Relationship between </a:t>
            </a:r>
            <a:r>
              <a:rPr lang="en-US" sz="1400" u="sng"/>
              <a:t>Performance spend and overall attendance.</a:t>
            </a:r>
          </a:p>
          <a:p>
            <a:endParaRPr lang="en-US" sz="1400"/>
          </a:p>
          <a:p>
            <a:r>
              <a:rPr lang="en-US" sz="1400"/>
              <a:t>Notes: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Correlation coefficient = 0.32, meaning there is weak positive relationship between Performance spend and generated revenue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Not all spikes align between the line and bar graphs meaning the overall attendance may be impacted heavily by external factors</a:t>
            </a:r>
          </a:p>
        </p:txBody>
      </p:sp>
    </p:spTree>
    <p:extLst>
      <p:ext uri="{BB962C8B-B14F-4D97-AF65-F5344CB8AC3E}">
        <p14:creationId xmlns:p14="http://schemas.microsoft.com/office/powerpoint/2010/main" val="343484767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1E75E-D619-A1F0-6BE7-346DDE98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74A05-E916-2C15-9B22-30D478CC7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G&amp;E</a:t>
            </a:r>
          </a:p>
        </p:txBody>
      </p:sp>
    </p:spTree>
    <p:extLst>
      <p:ext uri="{BB962C8B-B14F-4D97-AF65-F5344CB8AC3E}">
        <p14:creationId xmlns:p14="http://schemas.microsoft.com/office/powerpoint/2010/main" val="121390786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15110-35A2-FB70-22BD-544BC0C02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G&amp;e</a:t>
            </a:r>
            <a:r>
              <a:rPr lang="en-US"/>
              <a:t> Spend by Channel </a:t>
            </a:r>
            <a:r>
              <a:rPr lang="en-US" cap="none"/>
              <a:t>vs</a:t>
            </a:r>
            <a:r>
              <a:rPr lang="en-US"/>
              <a:t> clicks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6FB2087-D4DE-51E6-370A-DBEBBAE08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241890"/>
            <a:ext cx="5998633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DC6665-5BB4-5B1B-9F15-106F63BEFB65}"/>
              </a:ext>
            </a:extLst>
          </p:cNvPr>
          <p:cNvSpPr txBox="1"/>
          <p:nvPr/>
        </p:nvSpPr>
        <p:spPr>
          <a:xfrm>
            <a:off x="6839712" y="1296924"/>
            <a:ext cx="4383680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Comparison of </a:t>
            </a:r>
            <a:r>
              <a:rPr lang="en-US" sz="1400" u="sng"/>
              <a:t>the amount spent vs where actual clicks are generated</a:t>
            </a:r>
            <a:r>
              <a:rPr lang="en-US" sz="1400"/>
              <a:t> across the lines of businesses in G&amp;E.</a:t>
            </a:r>
            <a:endParaRPr lang="en-US"/>
          </a:p>
          <a:p>
            <a:endParaRPr lang="en-US" sz="1400"/>
          </a:p>
          <a:p>
            <a:r>
              <a:rPr lang="en-US" sz="1400"/>
              <a:t>Notes: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Meta has relatively higher allocated budget, but returns a smaller proportion in clicks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SEM on the other hand has less allocated budget returns a higher proportion in clicks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EA2F1F-AD2A-0DF2-5174-E61E6E72FB53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</p:spTree>
    <p:extLst>
      <p:ext uri="{BB962C8B-B14F-4D97-AF65-F5344CB8AC3E}">
        <p14:creationId xmlns:p14="http://schemas.microsoft.com/office/powerpoint/2010/main" val="305356163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9EC44-262B-8906-4D3E-B91D689F4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EDD8D-865C-F814-4E77-85FDB5AD1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pREPAID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49992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2FD54-9B5E-244B-1DA7-8D1A83393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Prepaid SPEND by channel </a:t>
            </a:r>
            <a:r>
              <a:rPr lang="en-US" cap="none"/>
              <a:t>vs</a:t>
            </a:r>
            <a:r>
              <a:rPr lang="en-US"/>
              <a:t> clicks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320B6F30-3E91-3695-B39D-56DADE6C3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231004"/>
            <a:ext cx="5998633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22B2F4-4F63-112D-1E68-22902BA6BAA6}"/>
              </a:ext>
            </a:extLst>
          </p:cNvPr>
          <p:cNvSpPr txBox="1"/>
          <p:nvPr/>
        </p:nvSpPr>
        <p:spPr>
          <a:xfrm>
            <a:off x="6821424" y="1296924"/>
            <a:ext cx="4383680" cy="24622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Comparison of </a:t>
            </a:r>
            <a:r>
              <a:rPr lang="en-US" sz="1400" u="sng"/>
              <a:t>the amount spent vs where actual clicks are generated</a:t>
            </a:r>
            <a:r>
              <a:rPr lang="en-US" sz="1400"/>
              <a:t> across the lines of businesses in Prepaid.</a:t>
            </a:r>
            <a:endParaRPr lang="en-US"/>
          </a:p>
          <a:p>
            <a:endParaRPr lang="en-US" sz="1400"/>
          </a:p>
          <a:p>
            <a:r>
              <a:rPr lang="en-US" sz="1400"/>
              <a:t>Notes: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Meta has highest budget allocated and returns highest proportion in clicks, showing a stronger performance compared to G&amp;E</a:t>
            </a:r>
          </a:p>
          <a:p>
            <a:pPr marL="285750" indent="-285750">
              <a:buFont typeface="Arial"/>
              <a:buChar char="•"/>
            </a:pPr>
            <a:r>
              <a:rPr lang="en-US" sz="1400"/>
              <a:t>Programmatic display and SEM have same budget allocation, but SEM has relatively higher click generation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A809F5-38F8-C0FD-E876-E062CB730E2A}"/>
              </a:ext>
            </a:extLst>
          </p:cNvPr>
          <p:cNvSpPr txBox="1"/>
          <p:nvPr/>
        </p:nvSpPr>
        <p:spPr>
          <a:xfrm>
            <a:off x="571500" y="5803004"/>
            <a:ext cx="5142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000000"/>
                </a:solidFill>
              </a:rPr>
              <a:t>*Data covers Q2 2023 to Q1 2025</a:t>
            </a:r>
          </a:p>
          <a:p>
            <a:r>
              <a:rPr lang="en-US" sz="1000">
                <a:solidFill>
                  <a:srgbClr val="000000"/>
                </a:solidFill>
              </a:rPr>
              <a:t>*Data does not consider external factors such as weather, holidays</a:t>
            </a:r>
          </a:p>
        </p:txBody>
      </p:sp>
    </p:spTree>
    <p:extLst>
      <p:ext uri="{BB962C8B-B14F-4D97-AF65-F5344CB8AC3E}">
        <p14:creationId xmlns:p14="http://schemas.microsoft.com/office/powerpoint/2010/main" val="411379544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37365-95FC-5EC5-34BC-24C11B80D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Fighter mode: LOB</a:t>
            </a:r>
            <a:r>
              <a:rPr lang="en-US" sz="1800"/>
              <a:t>s</a:t>
            </a:r>
            <a:r>
              <a:rPr lang="en-US"/>
              <a:t> on a mission 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9F344-AF4A-8C16-3C1A-73A0EE049C07}"/>
              </a:ext>
            </a:extLst>
          </p:cNvPr>
          <p:cNvSpPr txBox="1"/>
          <p:nvPr/>
        </p:nvSpPr>
        <p:spPr>
          <a:xfrm>
            <a:off x="564022" y="1231004"/>
            <a:ext cx="11024075" cy="36779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/>
              <a:t>Key Takeaways: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>
                <a:solidFill>
                  <a:schemeClr val="tx2"/>
                </a:solidFill>
              </a:rPr>
              <a:t>Brand: Strong contributor in Awareness and Consideration with well aligned spend, but less efficient in Conversion. The budget here should focus more on upper funnel.</a:t>
            </a:r>
          </a:p>
          <a:p>
            <a:endParaRPr lang="en-CA" sz="140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>
                <a:solidFill>
                  <a:schemeClr val="tx2"/>
                </a:solidFill>
              </a:rPr>
              <a:t>Cineclub: Underfunded in Awareness; spend shows moderate impact on sign-ups. Programmatic channels deliver better ROI than Meta.</a:t>
            </a:r>
          </a:p>
          <a:p>
            <a:endParaRPr lang="en-CA" sz="140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>
                <a:solidFill>
                  <a:schemeClr val="tx2"/>
                </a:solidFill>
              </a:rPr>
              <a:t>Prepaid: Highly efficient in Consideration. Low spend yields high impact. Should maintain or slightly grow budget.</a:t>
            </a:r>
          </a:p>
          <a:p>
            <a:endParaRPr lang="en-CA" sz="140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>
                <a:solidFill>
                  <a:schemeClr val="tx2"/>
                </a:solidFill>
              </a:rPr>
              <a:t>Exhibition SEM and Performance: moderate spend yields high attendance and profit. Great opportunity to scale.</a:t>
            </a:r>
          </a:p>
          <a:p>
            <a:endParaRPr lang="en-CA" sz="140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>
                <a:solidFill>
                  <a:schemeClr val="tx2"/>
                </a:solidFill>
              </a:rPr>
              <a:t>G&amp;E: High spend but limited contribution in Consideration; SEM outperforms Meta for clicks. The budget could be optimized.</a:t>
            </a:r>
          </a:p>
          <a:p>
            <a:endParaRPr lang="en-CA" sz="140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>
                <a:solidFill>
                  <a:schemeClr val="tx2"/>
                </a:solidFill>
              </a:rPr>
              <a:t>IMAX: Reliable ROI and strong revenue correlation, best results through Programmatic Display.</a:t>
            </a:r>
          </a:p>
          <a:p>
            <a:endParaRPr lang="en-CA" sz="14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190562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AC47A-A38F-4319-662D-2EE56C289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37A8A-ECCE-277B-9FA3-F7C2D1D10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Fighter mode: LOB</a:t>
            </a:r>
            <a:r>
              <a:rPr lang="en-US" sz="1800"/>
              <a:t>s</a:t>
            </a:r>
            <a:r>
              <a:rPr lang="en-US"/>
              <a:t> on a mission 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FB4AB4-BF7C-E980-1D77-96E0D59D9EAE}"/>
              </a:ext>
            </a:extLst>
          </p:cNvPr>
          <p:cNvSpPr txBox="1"/>
          <p:nvPr/>
        </p:nvSpPr>
        <p:spPr>
          <a:xfrm>
            <a:off x="564022" y="1231004"/>
            <a:ext cx="11024075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/>
              <a:t>Strategic Focus: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2"/>
                </a:solidFill>
              </a:rPr>
              <a:t>Focus Brand spend in Awareness/Consideration, limit Conversion push.</a:t>
            </a:r>
            <a:endParaRPr lang="en-CA" sz="1600">
              <a:solidFill>
                <a:schemeClr val="tx2"/>
              </a:solidFill>
            </a:endParaRPr>
          </a:p>
          <a:p>
            <a:endParaRPr lang="en-CA" sz="160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2"/>
                </a:solidFill>
              </a:rPr>
              <a:t>Increase SEM and Convert &amp; Upgrade spend in Conversion, where ROI is proven strongest.</a:t>
            </a:r>
          </a:p>
          <a:p>
            <a:r>
              <a:rPr lang="en-US" sz="1600">
                <a:solidFill>
                  <a:schemeClr val="tx2"/>
                </a:solidFill>
              </a:rPr>
              <a:t> </a:t>
            </a:r>
            <a:endParaRPr lang="en-CA" sz="160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2"/>
                </a:solidFill>
              </a:rPr>
              <a:t>Maintain Prepaid as an efficient Consideration driver.</a:t>
            </a:r>
            <a:endParaRPr lang="en-CA" sz="1600">
              <a:solidFill>
                <a:schemeClr val="tx2"/>
              </a:solidFill>
            </a:endParaRPr>
          </a:p>
          <a:p>
            <a:endParaRPr lang="en-CA" sz="160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2"/>
                </a:solidFill>
              </a:rPr>
              <a:t>Optimize Cineclub by focusing spend on high ROI channels (Programmatic) and monitoring flight for sign up impact.</a:t>
            </a:r>
            <a:endParaRPr lang="en-CA" sz="1600">
              <a:solidFill>
                <a:schemeClr val="tx2"/>
              </a:solidFill>
            </a:endParaRPr>
          </a:p>
          <a:p>
            <a:endParaRPr lang="en-CA" sz="160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2"/>
                </a:solidFill>
              </a:rPr>
              <a:t> Optimize G&amp;E spend, prioritize SEM for efficiency.</a:t>
            </a:r>
            <a:endParaRPr lang="en-CA" sz="1600">
              <a:solidFill>
                <a:schemeClr val="tx2"/>
              </a:solidFill>
            </a:endParaRPr>
          </a:p>
          <a:p>
            <a:endParaRPr lang="en-CA" sz="160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2"/>
                </a:solidFill>
              </a:rPr>
              <a:t>Test Snapchat and Programmatic Display more broadly in Performance campaigns to capture untapped revenue.</a:t>
            </a:r>
            <a:endParaRPr lang="en-CA" sz="1600">
              <a:solidFill>
                <a:schemeClr val="tx2"/>
              </a:solidFill>
            </a:endParaRPr>
          </a:p>
          <a:p>
            <a:endParaRPr lang="en-CA" sz="14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164996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79E8C-BF12-3AEE-4266-775C96D24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906672030"/>
      </p:ext>
    </p:extLst>
  </p:cSld>
  <p:clrMapOvr>
    <a:masterClrMapping/>
  </p:clrMapOvr>
</p:sld>
</file>

<file path=ppt/theme/theme1.xml><?xml version="1.0" encoding="utf-8"?>
<a:theme xmlns:a="http://schemas.openxmlformats.org/drawingml/2006/main" name="Cineplex">
  <a:themeElements>
    <a:clrScheme name="Custom 1">
      <a:dk1>
        <a:srgbClr val="0857C3"/>
      </a:dk1>
      <a:lt1>
        <a:srgbClr val="FFFFFF"/>
      </a:lt1>
      <a:dk2>
        <a:srgbClr val="000000"/>
      </a:dk2>
      <a:lt2>
        <a:srgbClr val="EFF7F9"/>
      </a:lt2>
      <a:accent1>
        <a:srgbClr val="307FE2"/>
      </a:accent1>
      <a:accent2>
        <a:srgbClr val="002F6C"/>
      </a:accent2>
      <a:accent3>
        <a:srgbClr val="FFD700"/>
      </a:accent3>
      <a:accent4>
        <a:srgbClr val="2F50E1"/>
      </a:accent4>
      <a:accent5>
        <a:srgbClr val="CC2E14"/>
      </a:accent5>
      <a:accent6>
        <a:srgbClr val="0ECC0A"/>
      </a:accent6>
      <a:hlink>
        <a:srgbClr val="F49100"/>
      </a:hlink>
      <a:folHlink>
        <a:srgbClr val="85DFD0"/>
      </a:folHlink>
    </a:clrScheme>
    <a:fontScheme name="Cineplex-Fonts">
      <a:majorFont>
        <a:latin typeface="MarkOT-Ultra"/>
        <a:ea typeface=""/>
        <a:cs typeface=""/>
      </a:majorFont>
      <a:minorFont>
        <a:latin typeface="MarkOT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ineplex" id="{7238D277-EAA0-453B-97E4-C7C599D25C85}" vid="{73186C4B-49AF-4F78-9066-B70DD4F91E5E}"/>
    </a:ext>
  </a:extLst>
</a:theme>
</file>

<file path=ppt/theme/theme2.xml><?xml version="1.0" encoding="utf-8"?>
<a:theme xmlns:a="http://schemas.openxmlformats.org/drawingml/2006/main" name="Cineplex-July2021-Master">
  <a:themeElements>
    <a:clrScheme name="Custom 1">
      <a:dk1>
        <a:srgbClr val="0857C3"/>
      </a:dk1>
      <a:lt1>
        <a:srgbClr val="FFFFFF"/>
      </a:lt1>
      <a:dk2>
        <a:srgbClr val="000000"/>
      </a:dk2>
      <a:lt2>
        <a:srgbClr val="EFF7F9"/>
      </a:lt2>
      <a:accent1>
        <a:srgbClr val="307FE2"/>
      </a:accent1>
      <a:accent2>
        <a:srgbClr val="002F6C"/>
      </a:accent2>
      <a:accent3>
        <a:srgbClr val="FFD700"/>
      </a:accent3>
      <a:accent4>
        <a:srgbClr val="2F50E1"/>
      </a:accent4>
      <a:accent5>
        <a:srgbClr val="CC2E14"/>
      </a:accent5>
      <a:accent6>
        <a:srgbClr val="0ECC0A"/>
      </a:accent6>
      <a:hlink>
        <a:srgbClr val="F49100"/>
      </a:hlink>
      <a:folHlink>
        <a:srgbClr val="85DFD0"/>
      </a:folHlink>
    </a:clrScheme>
    <a:fontScheme name="Cineplex-Fonts">
      <a:majorFont>
        <a:latin typeface="MarkOT-Ultra"/>
        <a:ea typeface=""/>
        <a:cs typeface=""/>
      </a:majorFont>
      <a:minorFont>
        <a:latin typeface="MarkOT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ineplex-July2021-Master" id="{610D5C34-64E5-444C-A97A-7999D3C4F9A9}" vid="{D512FBF2-EB0F-3246-A950-78A4B7315DE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60d1c98-09f0-4d10-953e-dd5e4d478daa" xsi:nil="true"/>
    <lcf76f155ced4ddcb4097134ff3c332f xmlns="6aa31b7e-7481-49ec-8bb1-408cc1f2dd8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693E89D5881D448099A1C25A60F885" ma:contentTypeVersion="19" ma:contentTypeDescription="Create a new document." ma:contentTypeScope="" ma:versionID="05f9ab1cd396484fdc3c50caed31a1dd">
  <xsd:schema xmlns:xsd="http://www.w3.org/2001/XMLSchema" xmlns:xs="http://www.w3.org/2001/XMLSchema" xmlns:p="http://schemas.microsoft.com/office/2006/metadata/properties" xmlns:ns2="6aa31b7e-7481-49ec-8bb1-408cc1f2dd86" xmlns:ns3="460d1c98-09f0-4d10-953e-dd5e4d478daa" targetNamespace="http://schemas.microsoft.com/office/2006/metadata/properties" ma:root="true" ma:fieldsID="7d64b81c6b198d54d61d58975c71448e" ns2:_="" ns3:_="">
    <xsd:import namespace="6aa31b7e-7481-49ec-8bb1-408cc1f2dd86"/>
    <xsd:import namespace="460d1c98-09f0-4d10-953e-dd5e4d478da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a31b7e-7481-49ec-8bb1-408cc1f2dd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2bf20f3-1dad-4cf2-8a60-565a4b6c0a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0d1c98-09f0-4d10-953e-dd5e4d478daa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8242431-b9eb-46b4-8cbc-5028fbca96aa}" ma:internalName="TaxCatchAll" ma:showField="CatchAllData" ma:web="460d1c98-09f0-4d10-953e-dd5e4d478da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395EE25-433B-4DCB-921B-438E1F2DEC00}">
  <ds:schemaRefs>
    <ds:schemaRef ds:uri="460d1c98-09f0-4d10-953e-dd5e4d478daa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dcmitype/"/>
    <ds:schemaRef ds:uri="6aa31b7e-7481-49ec-8bb1-408cc1f2dd86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7C0D278-3083-49CC-A3D5-A1F4D531C2E3}"/>
</file>

<file path=customXml/itemProps3.xml><?xml version="1.0" encoding="utf-8"?>
<ds:datastoreItem xmlns:ds="http://schemas.openxmlformats.org/officeDocument/2006/customXml" ds:itemID="{AD081BA1-20D3-41FB-866F-148985B14B7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Cineplex</Template>
  <TotalTime>49</TotalTime>
  <Words>6482</Words>
  <Application>Microsoft Office PowerPoint</Application>
  <PresentationFormat>Widescreen</PresentationFormat>
  <Paragraphs>1317</Paragraphs>
  <Slides>76</Slides>
  <Notes>23</Notes>
  <HiddenSlides>5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92" baseType="lpstr">
      <vt:lpstr>Aptos</vt:lpstr>
      <vt:lpstr>Aptos Narrow</vt:lpstr>
      <vt:lpstr>Arial</vt:lpstr>
      <vt:lpstr>Arial,Sans-Serif</vt:lpstr>
      <vt:lpstr>Calibri</vt:lpstr>
      <vt:lpstr>Courier New</vt:lpstr>
      <vt:lpstr>Courier New,monospace</vt:lpstr>
      <vt:lpstr>MarkOT</vt:lpstr>
      <vt:lpstr>MarkOT-CondBlack</vt:lpstr>
      <vt:lpstr>MarkOT-Medium</vt:lpstr>
      <vt:lpstr>MarkOT-Ultra</vt:lpstr>
      <vt:lpstr>Poppins Light</vt:lpstr>
      <vt:lpstr>Poppins SemiBold</vt:lpstr>
      <vt:lpstr>Cineplex</vt:lpstr>
      <vt:lpstr>Cineplex-July2021-Master</vt:lpstr>
      <vt:lpstr>Worksheet</vt:lpstr>
      <vt:lpstr>Marketing mix modelling</vt:lpstr>
      <vt:lpstr>Opening scene: the agenda   </vt:lpstr>
      <vt:lpstr>Summary OF OUTPUTS</vt:lpstr>
      <vt:lpstr>Scenario analysis methodology</vt:lpstr>
      <vt:lpstr>BUDGET SCENARIO analysis</vt:lpstr>
      <vt:lpstr>BUDGET SCENARIO analysis</vt:lpstr>
      <vt:lpstr>BUDGET SCENARIO analysis</vt:lpstr>
      <vt:lpstr>BUDGET SUMMARY FOR AWARENESS campaigns</vt:lpstr>
      <vt:lpstr>BUDGET SUMMARY FOR consideration campaigns</vt:lpstr>
      <vt:lpstr>BUDGET SUMMARY FOR conversion campaigns</vt:lpstr>
      <vt:lpstr>Strategies that stole Budget spotlight </vt:lpstr>
      <vt:lpstr>Channels</vt:lpstr>
      <vt:lpstr>Channels summary</vt:lpstr>
      <vt:lpstr>upper-funnel SPEND, net profit &amp; ROI BY channel</vt:lpstr>
      <vt:lpstr>Lower-funnel SPEND, net profit &amp; ROI BY channel</vt:lpstr>
      <vt:lpstr>sem</vt:lpstr>
      <vt:lpstr>SEM Spend by lob vs clicks</vt:lpstr>
      <vt:lpstr>SEM Clicks by number of impressions</vt:lpstr>
      <vt:lpstr>SEM Spend by lob vs Attendance conversions</vt:lpstr>
      <vt:lpstr>Attendance Conversions by weekly SEM spend</vt:lpstr>
      <vt:lpstr>SEM Spend vs attributable ticket purchases by week</vt:lpstr>
      <vt:lpstr>SEM customer journey</vt:lpstr>
      <vt:lpstr>meta</vt:lpstr>
      <vt:lpstr>Meta Spend by LOB vs impressions</vt:lpstr>
      <vt:lpstr>Meta Spend by LOB vs CLicks</vt:lpstr>
      <vt:lpstr>Meta COST PER CLICK By week</vt:lpstr>
      <vt:lpstr>Meta Spend LOB vs Revenue</vt:lpstr>
      <vt:lpstr>PowerPoint Presentation</vt:lpstr>
      <vt:lpstr>SNAPCHAT Spend by lob vs Revenue</vt:lpstr>
      <vt:lpstr>ROAS by snapchat CAMPAIGN</vt:lpstr>
      <vt:lpstr>ROAS by snapchat CAMPAIGN</vt:lpstr>
      <vt:lpstr>PowerPoint Presentation</vt:lpstr>
      <vt:lpstr>Tiktok Spend by lob vs CLicks</vt:lpstr>
      <vt:lpstr>Tiktok Weekly Spend vs PURCHASE Revenue</vt:lpstr>
      <vt:lpstr>ROAS by tiktok CAMPAIGN</vt:lpstr>
      <vt:lpstr>ROAS by tiktok CAMPAIGN</vt:lpstr>
      <vt:lpstr>programmatic</vt:lpstr>
      <vt:lpstr>Programmatic spend by lob vs clicks</vt:lpstr>
      <vt:lpstr>Programmatic spend by lob vs Revenue</vt:lpstr>
      <vt:lpstr>roas by programmatic CAMPAIGN</vt:lpstr>
      <vt:lpstr>programmatic customer journey</vt:lpstr>
      <vt:lpstr>email</vt:lpstr>
      <vt:lpstr>Email Sends by lob vs Unique Opens</vt:lpstr>
      <vt:lpstr>Email SENDS by lob vs Unique CLicks</vt:lpstr>
      <vt:lpstr>Email clicks vs Revenue</vt:lpstr>
      <vt:lpstr>email customer journey</vt:lpstr>
      <vt:lpstr>How to train your channel </vt:lpstr>
      <vt:lpstr>How to train your channel </vt:lpstr>
      <vt:lpstr>Lines of business</vt:lpstr>
      <vt:lpstr> lob summary</vt:lpstr>
      <vt:lpstr>Lob BUDGET SUMMARY FOR AWARENESS campaigns</vt:lpstr>
      <vt:lpstr>Lob BUDGET SUMMARY FOR consideration campaigns</vt:lpstr>
      <vt:lpstr>Lob BUDGET SUMMARY FOR conversion campaigns</vt:lpstr>
      <vt:lpstr>Flighting timeline and recommendations</vt:lpstr>
      <vt:lpstr>Upper-funnel SPEND, net profit &amp; ROI BY LOB</vt:lpstr>
      <vt:lpstr>Lower-funnel SPEND, net profit &amp; ROI BY LOB</vt:lpstr>
      <vt:lpstr>cineclub</vt:lpstr>
      <vt:lpstr>Cineclub Spend vs signups</vt:lpstr>
      <vt:lpstr>Cineclub Spend vs signups</vt:lpstr>
      <vt:lpstr>Cineclub signups vs attendance</vt:lpstr>
      <vt:lpstr>cineclub SPEND, REVENUE &amp; ROI BY channel</vt:lpstr>
      <vt:lpstr>IMAX</vt:lpstr>
      <vt:lpstr>Weekly Imax spend vs Revenue</vt:lpstr>
      <vt:lpstr>Weekly Imax spend vs attendance</vt:lpstr>
      <vt:lpstr>Imax SPEND, REVENUE &amp; ROI BY channel</vt:lpstr>
      <vt:lpstr>Performance</vt:lpstr>
      <vt:lpstr>Performance spend by channel vs revenue</vt:lpstr>
      <vt:lpstr>Weekly performance spend vs revenue</vt:lpstr>
      <vt:lpstr>Weekly performance spend vs attendance</vt:lpstr>
      <vt:lpstr>G&amp;E</vt:lpstr>
      <vt:lpstr>G&amp;e Spend by Channel vs clicks</vt:lpstr>
      <vt:lpstr>pREPAID</vt:lpstr>
      <vt:lpstr>Prepaid SPEND by channel vs clicks</vt:lpstr>
      <vt:lpstr>Fighter mode: LOBs on a mission </vt:lpstr>
      <vt:lpstr>Fighter mode: LOBs on a mission 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Sameeck Bhatia</dc:creator>
  <cp:lastModifiedBy>Sameeck Bhatia</cp:lastModifiedBy>
  <cp:revision>1</cp:revision>
  <dcterms:created xsi:type="dcterms:W3CDTF">2025-07-07T12:50:20Z</dcterms:created>
  <dcterms:modified xsi:type="dcterms:W3CDTF">2025-09-25T14:27:59Z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0x010100B2693E89D5881D448099A1C25A60F885</vt:lpwstr>
  </property>
  <property fmtid="{D5CDD505-2E9C-101B-9397-08002B2CF9AE}" pid="3" name="MediaServiceImageTags">
    <vt:lpwstr/>
  </property>
</Properties>
</file>